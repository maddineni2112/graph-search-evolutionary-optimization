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2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3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698d88a36994a9e" /><Relationship Type="http://schemas.openxmlformats.org/officeDocument/2006/relationships/extended-properties" Target="/docProps/app.xml" Id="Rf375a8750c074aab" /><Relationship Type="http://schemas.openxmlformats.org/officeDocument/2006/relationships/officeDocument" Target="/ppt/presentation.xml" Id="R11aaaf466e2d4d5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47bc099f1d14524"/>
  </p:sldMasterIdLst>
  <p:notesMasterIdLst>
    <p:notesMasterId xmlns:r="http://schemas.openxmlformats.org/officeDocument/2006/relationships" r:id="R19786eb0f0ab41e6"/>
  </p:notesMasterIdLst>
  <p:sldIdLst>
    <p:sldId xmlns:r="http://schemas.openxmlformats.org/officeDocument/2006/relationships" id="256" r:id="R4f2ed1944a3f44a7"/>
    <p:sldId xmlns:r="http://schemas.openxmlformats.org/officeDocument/2006/relationships" id="257" r:id="R98a27a24e0524a23"/>
    <p:sldId xmlns:r="http://schemas.openxmlformats.org/officeDocument/2006/relationships" id="258" r:id="R4b8be482f4ba4a13"/>
    <p:sldId xmlns:r="http://schemas.openxmlformats.org/officeDocument/2006/relationships" id="259" r:id="R70263fde427f4ede"/>
    <p:sldId xmlns:r="http://schemas.openxmlformats.org/officeDocument/2006/relationships" id="260" r:id="Raba0e00896844858"/>
    <p:sldId xmlns:r="http://schemas.openxmlformats.org/officeDocument/2006/relationships" id="261" r:id="R447df5bc81f34ad3"/>
    <p:sldId xmlns:r="http://schemas.openxmlformats.org/officeDocument/2006/relationships" id="262" r:id="Re069ef09e7e7492f"/>
    <p:sldId xmlns:r="http://schemas.openxmlformats.org/officeDocument/2006/relationships" id="263" r:id="Rbeadf87e1ec64c17"/>
    <p:sldId xmlns:r="http://schemas.openxmlformats.org/officeDocument/2006/relationships" id="264" r:id="Rf9686b477c5a4142"/>
    <p:sldId xmlns:r="http://schemas.openxmlformats.org/officeDocument/2006/relationships" id="265" r:id="R828d4593d6dd4770"/>
    <p:sldId xmlns:r="http://schemas.openxmlformats.org/officeDocument/2006/relationships" id="266" r:id="R2edd0c0fcc88489d"/>
    <p:sldId xmlns:r="http://schemas.openxmlformats.org/officeDocument/2006/relationships" id="267" r:id="R87a42d9db3994a8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a95c5f659b24de2" /><Relationship Type="http://schemas.openxmlformats.org/officeDocument/2006/relationships/slideMaster" Target="/ppt/slideMasters/slideMaster1.xml" Id="Re47bc099f1d14524" /><Relationship Type="http://schemas.openxmlformats.org/officeDocument/2006/relationships/notesMaster" Target="/ppt/notesMasters/notesMaster1.xml" Id="R19786eb0f0ab41e6" /><Relationship Type="http://schemas.openxmlformats.org/officeDocument/2006/relationships/presProps" Target="/ppt/presProps.xml" Id="R6cd6422e75eb4953" /><Relationship Type="http://schemas.openxmlformats.org/officeDocument/2006/relationships/tableStyles" Target="/ppt/tableStyles.xml" Id="R40073622f70d462a" /><Relationship Type="http://schemas.openxmlformats.org/officeDocument/2006/relationships/slide" Target="/ppt/slides/slide1.xml" Id="R4f2ed1944a3f44a7" /><Relationship Type="http://schemas.openxmlformats.org/officeDocument/2006/relationships/slide" Target="/ppt/slides/slide2.xml" Id="R98a27a24e0524a23" /><Relationship Type="http://schemas.openxmlformats.org/officeDocument/2006/relationships/slide" Target="/ppt/slides/slide3.xml" Id="R4b8be482f4ba4a13" /><Relationship Type="http://schemas.openxmlformats.org/officeDocument/2006/relationships/slide" Target="/ppt/slides/slide4.xml" Id="R70263fde427f4ede" /><Relationship Type="http://schemas.openxmlformats.org/officeDocument/2006/relationships/slide" Target="/ppt/slides/slide5.xml" Id="Raba0e00896844858" /><Relationship Type="http://schemas.openxmlformats.org/officeDocument/2006/relationships/slide" Target="/ppt/slides/slide6.xml" Id="R447df5bc81f34ad3" /><Relationship Type="http://schemas.openxmlformats.org/officeDocument/2006/relationships/slide" Target="/ppt/slides/slide7.xml" Id="Re069ef09e7e7492f" /><Relationship Type="http://schemas.openxmlformats.org/officeDocument/2006/relationships/slide" Target="/ppt/slides/slide8.xml" Id="Rbeadf87e1ec64c17" /><Relationship Type="http://schemas.openxmlformats.org/officeDocument/2006/relationships/slide" Target="/ppt/slides/slide9.xml" Id="Rf9686b477c5a4142" /><Relationship Type="http://schemas.openxmlformats.org/officeDocument/2006/relationships/slide" Target="/ppt/slides/slide10.xml" Id="R828d4593d6dd4770" /><Relationship Type="http://schemas.openxmlformats.org/officeDocument/2006/relationships/slide" Target="/ppt/slides/slide11.xml" Id="R2edd0c0fcc88489d" /><Relationship Type="http://schemas.openxmlformats.org/officeDocument/2006/relationships/slide" Target="/ppt/slides/slide12.xml" Id="R87a42d9db3994a8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a0ac10f7f504db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a15138264924cfb" /><Relationship Type="http://schemas.openxmlformats.org/officeDocument/2006/relationships/notesMaster" Target="/ppt/notesMasters/notesMaster1.xml" Id="R169e939fc3db456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c1f948a493a4ef4" /><Relationship Type="http://schemas.openxmlformats.org/officeDocument/2006/relationships/notesMaster" Target="/ppt/notesMasters/notesMaster1.xml" Id="R70ed5ece02bc465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9f3d8142acc411e" /><Relationship Type="http://schemas.openxmlformats.org/officeDocument/2006/relationships/notesMaster" Target="/ppt/notesMasters/notesMaster1.xml" Id="Ra46f9abd3ef04ed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471978d01ab4259" /><Relationship Type="http://schemas.openxmlformats.org/officeDocument/2006/relationships/notesMaster" Target="/ppt/notesMasters/notesMaster1.xml" Id="R8681ddc36cae4fc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f73d33e89bf4f0d" /><Relationship Type="http://schemas.openxmlformats.org/officeDocument/2006/relationships/notesMaster" Target="/ppt/notesMasters/notesMaster1.xml" Id="R9796efa022d84e0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7c111a622bb4830" /><Relationship Type="http://schemas.openxmlformats.org/officeDocument/2006/relationships/notesMaster" Target="/ppt/notesMasters/notesMaster1.xml" Id="Rcff173a7aa9e4be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c87456dadd64fb0" /><Relationship Type="http://schemas.openxmlformats.org/officeDocument/2006/relationships/notesMaster" Target="/ppt/notesMasters/notesMaster1.xml" Id="R1ecf1804252d468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2e03ffe05a94932" /><Relationship Type="http://schemas.openxmlformats.org/officeDocument/2006/relationships/notesMaster" Target="/ppt/notesMasters/notesMaster1.xml" Id="R6dd5cf0fdbdd47c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0b94085b99e4a66" /><Relationship Type="http://schemas.openxmlformats.org/officeDocument/2006/relationships/notesMaster" Target="/ppt/notesMasters/notesMaster1.xml" Id="R754ff0eb2d98490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6dca3591c344d1c" /><Relationship Type="http://schemas.openxmlformats.org/officeDocument/2006/relationships/notesMaster" Target="/ppt/notesMasters/notesMaster1.xml" Id="R9a7dbfddd84843e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dbf11f6c2564d41" /><Relationship Type="http://schemas.openxmlformats.org/officeDocument/2006/relationships/notesMaster" Target="/ppt/notesMasters/notesMaster1.xml" Id="Re9eaab8bf85b45c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13e1d254afd49fc" /><Relationship Type="http://schemas.openxmlformats.org/officeDocument/2006/relationships/notesMaster" Target="/ppt/notesMasters/notesMaster1.xml" Id="Rcb5beb0c63bc4e0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title and author information from the repository context.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the executed pathfinding notebook and project report.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repository README and legacy notebook audit.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data/README.md and results/experiment_manifest.json.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results/algorithm_comparison.csv. Values are means across six unit maps and six weighted maps.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the evolutionary cells in the executed notebook.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the A*-seeded and random GA branches in the executed notebook.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 directory generated by the executed notebook.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results/algorithm_comparison.csv. Expansion values are means across the corresponding six scenarios.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results/stochastic_trials.csv. Success and fitness values are computed from five seeds on each of 12 maps.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limitations and conclusion in the academic report.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 verified from the report bibliography and canonical publication records.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aa470a43ec4f7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a75b3e433924c26" /><Relationship Type="http://schemas.openxmlformats.org/officeDocument/2006/relationships/slideLayout" Target="/ppt/slideLayouts/slideLayout1.xml" Id="R9c7adcfb8a18483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c7adcfb8a18483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8ce76c935648fb" /><Relationship Type="http://schemas.openxmlformats.org/officeDocument/2006/relationships/notesSlide" Target="/ppt/notesSlides/notesSlide1.xml" Id="R9236661fb1a342a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9d4e912616430d" /><Relationship Type="http://schemas.openxmlformats.org/officeDocument/2006/relationships/notesSlide" Target="/ppt/notesSlides/notesSlide2.xml" Id="R1996cf97c68649f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f8b1fb53fe4dd2" /><Relationship Type="http://schemas.openxmlformats.org/officeDocument/2006/relationships/notesSlide" Target="/ppt/notesSlides/notesSlide3.xml" Id="R77b96b460e104a2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a38ac932ce4cc5" /><Relationship Type="http://schemas.openxmlformats.org/officeDocument/2006/relationships/notesSlide" Target="/ppt/notesSlides/notesSlide4.xml" Id="Rff6964cd583f4b7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37f211157b444b" /><Relationship Type="http://schemas.openxmlformats.org/officeDocument/2006/relationships/chart" Target="/ppt/slides/charts/chart1.xml" Id="R10c3e8e21b6e4223" /><Relationship Type="http://schemas.openxmlformats.org/officeDocument/2006/relationships/notesSlide" Target="/ppt/notesSlides/notesSlide5.xml" Id="R9fdaede4e6184c4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cca7cad97e47cc" /><Relationship Type="http://schemas.openxmlformats.org/officeDocument/2006/relationships/notesSlide" Target="/ppt/notesSlides/notesSlide6.xml" Id="R4544fc0aa2974fd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6ba8519b4f415c" /><Relationship Type="http://schemas.openxmlformats.org/officeDocument/2006/relationships/notesSlide" Target="/ppt/notesSlides/notesSlide7.xml" Id="R2715a6a35d2f48c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c94418cbc147bb" /><Relationship Type="http://schemas.openxmlformats.org/officeDocument/2006/relationships/notesSlide" Target="/ppt/notesSlides/notesSlide8.xml" Id="R46e6db32876e475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6e4d4cb3f54784" /><Relationship Type="http://schemas.openxmlformats.org/officeDocument/2006/relationships/chart" Target="/ppt/slides/charts/chart2.xml" Id="R28eaf89489204860" /><Relationship Type="http://schemas.openxmlformats.org/officeDocument/2006/relationships/notesSlide" Target="/ppt/notesSlides/notesSlide9.xml" Id="Ra36c763ca9454f0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c086a98930455a" /><Relationship Type="http://schemas.openxmlformats.org/officeDocument/2006/relationships/chart" Target="/ppt/slides/charts/chart3.xml" Id="Rc57ca79ec5e84664" /><Relationship Type="http://schemas.openxmlformats.org/officeDocument/2006/relationships/notesSlide" Target="/ppt/notesSlides/notesSlide10.xml" Id="R6bbf7d199e584f8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7d0bcbe23840d8" /><Relationship Type="http://schemas.openxmlformats.org/officeDocument/2006/relationships/notesSlide" Target="/ppt/notesSlides/notesSlide11.xml" Id="R36617d9e6aa444e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e32e79567f4325" /><Relationship Type="http://schemas.openxmlformats.org/officeDocument/2006/relationships/notesSlide" Target="/ppt/notesSlides/notesSlide12.xml" Id="R4e8acbbffbdc4043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Unit maps</c:v>
          </c:tx>
          <c:spPr>
            <a:solidFill xmlns:a="http://schemas.openxmlformats.org/drawingml/2006/main">
              <a:srgbClr val="2E5BFF"/>
            </a:solidFill>
          </c:spPr>
          <c:cat>
            <c:strRef>
              <c:f>'Chart Data'!$A$2:$A$7</c:f>
              <c:strCache>
                <c:ptCount val="6"/>
                <c:pt idx="0">
                  <c:v>BFS</c:v>
                </c:pt>
                <c:pt idx="1">
                  <c:v>DFS</c:v>
                </c:pt>
                <c:pt idx="2">
                  <c:v>IDS</c:v>
                </c:pt>
                <c:pt idx="3">
                  <c:v>UCS</c:v>
                </c:pt>
                <c:pt idx="4">
                  <c:v>Greedy</c:v>
                </c:pt>
                <c:pt idx="5">
                  <c:v>A*</c:v>
                </c:pt>
              </c:strCache>
            </c:strRef>
          </c:cat>
          <c:val>
            <c:numRef>
              <c:f>'Chart Data'!$B$2:$B$7</c:f>
              <c:numCache>
                <c:formatCode>General</c:formatCode>
                <c:ptCount val="6"/>
                <c:pt idx="0">
                  <c:v>48</c:v>
                </c:pt>
                <c:pt idx="1">
                  <c:v>74</c:v>
                </c:pt>
                <c:pt idx="2">
                  <c:v>48</c:v>
                </c:pt>
                <c:pt idx="3">
                  <c:v>48</c:v>
                </c:pt>
                <c:pt idx="4">
                  <c:v>53</c:v>
                </c:pt>
                <c:pt idx="5">
                  <c:v>48</c:v>
                </c:pt>
              </c:numCache>
            </c:numRef>
          </c:val>
        </c:ser>
        <c:ser>
          <c:idx val="1"/>
          <c:order val="1"/>
          <c:tx>
            <c:v>Weighted maps</c:v>
          </c:tx>
          <c:spPr>
            <a:solidFill xmlns:a="http://schemas.openxmlformats.org/drawingml/2006/main">
              <a:srgbClr val="F97316"/>
            </a:solidFill>
          </c:spPr>
          <c:cat>
            <c:strRef>
              <c:f>'Chart Data'!$C$2:$C$7</c:f>
              <c:strCache>
                <c:ptCount val="6"/>
                <c:pt idx="0">
                  <c:v>BFS</c:v>
                </c:pt>
                <c:pt idx="1">
                  <c:v>DFS</c:v>
                </c:pt>
                <c:pt idx="2">
                  <c:v>IDS</c:v>
                </c:pt>
                <c:pt idx="3">
                  <c:v>UCS</c:v>
                </c:pt>
                <c:pt idx="4">
                  <c:v>Greedy</c:v>
                </c:pt>
                <c:pt idx="5">
                  <c:v>A*</c:v>
                </c:pt>
              </c:strCache>
            </c:strRef>
          </c:cat>
          <c:val>
            <c:numRef>
              <c:f>'Chart Data'!$D$2:$D$7</c:f>
              <c:numCache>
                <c:formatCode>General</c:formatCode>
                <c:ptCount val="6"/>
                <c:pt idx="0">
                  <c:v>185</c:v>
                </c:pt>
                <c:pt idx="1">
                  <c:v>230</c:v>
                </c:pt>
                <c:pt idx="2">
                  <c:v>185</c:v>
                </c:pt>
                <c:pt idx="3">
                  <c:v>122</c:v>
                </c:pt>
                <c:pt idx="4">
                  <c:v>153</c:v>
                </c:pt>
                <c:pt idx="5">
                  <c:v>122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0B132B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250"/>
          <c:min val="0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50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"/>
              <a:ea typeface="Arial"/>
              <a:cs typeface="Arial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Unit expansions</c:v>
          </c:tx>
          <c:spPr>
            <a:solidFill xmlns:a="http://schemas.openxmlformats.org/drawingml/2006/main">
              <a:srgbClr val="2E5BFF"/>
            </a:solidFill>
          </c:spPr>
          <c:cat>
            <c:strRef>
              <c:f>'Chart Data'!$A$2:$A$7</c:f>
              <c:strCache>
                <c:ptCount val="6"/>
                <c:pt idx="0">
                  <c:v>BFS</c:v>
                </c:pt>
                <c:pt idx="1">
                  <c:v>DFS</c:v>
                </c:pt>
                <c:pt idx="2">
                  <c:v>IDS</c:v>
                </c:pt>
                <c:pt idx="3">
                  <c:v>UCS</c:v>
                </c:pt>
                <c:pt idx="4">
                  <c:v>Greedy</c:v>
                </c:pt>
                <c:pt idx="5">
                  <c:v>A*</c:v>
                </c:pt>
              </c:strCache>
            </c:strRef>
          </c:cat>
          <c:val>
            <c:numRef>
              <c:f>'Chart Data'!$B$2:$B$7</c:f>
              <c:numCache>
                <c:formatCode>General</c:formatCode>
                <c:ptCount val="6"/>
                <c:pt idx="0">
                  <c:v>553</c:v>
                </c:pt>
                <c:pt idx="1">
                  <c:v>96</c:v>
                </c:pt>
                <c:pt idx="2">
                  <c:v>114936</c:v>
                </c:pt>
                <c:pt idx="3">
                  <c:v>553</c:v>
                </c:pt>
                <c:pt idx="4">
                  <c:v>68</c:v>
                </c:pt>
                <c:pt idx="5">
                  <c:v>383</c:v>
                </c:pt>
              </c:numCache>
            </c:numRef>
          </c:val>
        </c:ser>
        <c:ser>
          <c:idx val="1"/>
          <c:order val="1"/>
          <c:tx>
            <c:v>Weighted expansions</c:v>
          </c:tx>
          <c:spPr>
            <a:solidFill xmlns:a="http://schemas.openxmlformats.org/drawingml/2006/main">
              <a:srgbClr val="10B981"/>
            </a:solidFill>
          </c:spPr>
          <c:cat>
            <c:strRef>
              <c:f>'Chart Data'!$C$2:$C$7</c:f>
              <c:strCache>
                <c:ptCount val="6"/>
                <c:pt idx="0">
                  <c:v>BFS</c:v>
                </c:pt>
                <c:pt idx="1">
                  <c:v>DFS</c:v>
                </c:pt>
                <c:pt idx="2">
                  <c:v>IDS</c:v>
                </c:pt>
                <c:pt idx="3">
                  <c:v>UCS</c:v>
                </c:pt>
                <c:pt idx="4">
                  <c:v>Greedy</c:v>
                </c:pt>
                <c:pt idx="5">
                  <c:v>A*</c:v>
                </c:pt>
              </c:strCache>
            </c:strRef>
          </c:cat>
          <c:val>
            <c:numRef>
              <c:f>'Chart Data'!$D$2:$D$7</c:f>
              <c:numCache>
                <c:formatCode>General</c:formatCode>
                <c:ptCount val="6"/>
                <c:pt idx="0">
                  <c:v>551</c:v>
                </c:pt>
                <c:pt idx="1">
                  <c:v>76</c:v>
                </c:pt>
                <c:pt idx="2">
                  <c:v>112264</c:v>
                </c:pt>
                <c:pt idx="3">
                  <c:v>548</c:v>
                </c:pt>
                <c:pt idx="4">
                  <c:v>53</c:v>
                </c:pt>
                <c:pt idx="5">
                  <c:v>536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0B132B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200"/>
          <c:min val="0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300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"/>
              <a:ea typeface="Arial"/>
              <a:cs typeface="Arial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Success rate (%)</c:v>
          </c:tx>
          <c:spPr>
            <a:solidFill xmlns:a="http://schemas.openxmlformats.org/drawingml/2006/main">
              <a:srgbClr val="F97316"/>
            </a:solidFill>
          </c:spPr>
          <c:cat>
            <c:strRef>
              <c:f>'Chart Data'!$A$2:$A$3</c:f>
              <c:strCache>
                <c:ptCount val="2"/>
                <c:pt idx="0">
                  <c:v>Random GA</c:v>
                </c:pt>
                <c:pt idx="1">
                  <c:v>A*-seeded GA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73</c:v>
                </c:pt>
                <c:pt idx="1">
                  <c:v>100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0B132B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0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3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10A022-BA39-4339-9BD1-C5041D947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4775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11430">
            <a:solidFill>
              <a:srgbClr val="F9731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02333F-49B1-4C62-8A9B-982C0E3C5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4295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74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A8B8D8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A8B8D8"/>
                </a:solidFill>
                <a:latin typeface="Arial"/>
                <a:ea typeface="Arial"/>
                <a:cs typeface="Arial"/>
              </a:rPr>
              <a:t>FUNDAMENTALS OF ARTIFICIAL INTELLIGENCE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9085E7-5E7F-4D93-B725-7E44174CB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381125"/>
            <a:ext cx="9048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Search-Guided Evolutionary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Optimization for Graph Pathfinding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31E5F9-E506-4961-BB4C-4943A21DF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14325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 i="0">
                <a:solidFill>
                  <a:srgbClr val="D5DDF0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D5DDF0"/>
                </a:solidFill>
                <a:latin typeface="Arial"/>
                <a:ea typeface="Arial"/>
                <a:cs typeface="Arial"/>
              </a:rPr>
              <a:t>A comparative study of classical and hybrid search methods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D442DB-9893-4EE6-A7FC-6DB7717EB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4810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74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A8B8D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A8B8D8"/>
                </a:solidFill>
                <a:latin typeface="Arial"/>
                <a:ea typeface="Arial"/>
                <a:cs typeface="Arial"/>
              </a:rPr>
              <a:t>Naga Sampath Maddineni  |  University of North Texas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BFB22E-DE82-48AE-AD7D-4F765F68E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0960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94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7F94BD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7F94BD"/>
                </a:solidFill>
                <a:latin typeface="Arial"/>
                <a:ea typeface="Arial"/>
                <a:cs typeface="Arial"/>
              </a:rPr>
              <a:t>Reproducible course project</a:t>
            </a:r>
          </a:p>
        </p:txBody>
      </p:sp>
    </p:spTree>
    <p:extLst>
      <p:ext uri="{BB962C8B-B14F-4D97-AF65-F5344CB8AC3E}">
        <p14:creationId xmlns:p14="http://schemas.microsoft.com/office/powerpoint/2010/main" val="24660440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1" name="">
            <a:extLst xmlns:a="http://schemas.openxmlformats.org/drawingml/2006/main">
              <a:ext uri="{FF2B5EF4-FFF2-40B4-BE49-F238E27FC236}">
                <a16:creationId xmlns:a16="http://schemas.microsoft.com/office/drawing/2014/main" id="{275E80EE-CA81-4ACF-9F91-49F341F23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88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F97316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6438DB-4E7C-4B7F-B9CE-A74EFE6AE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609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Path planning as a search 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BDC0AB-C377-4141-B09C-558BC364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83820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4748B"/>
                </a:solidFill>
                <a:latin typeface="Arial"/>
                <a:ea typeface="Arial"/>
                <a:cs typeface="Arial"/>
              </a:rPr>
              <a:t>The study evaluates route quality and the effort required to obtain 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619830-8ADB-4464-9F5D-787B7C2E6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9E1EC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BC38FC-F2A1-4D0E-8638-902720D5A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FBC7AE-A32E-4645-8398-F46277C67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097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A22AA5-9F5C-4F7D-AFB2-749275867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097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068FF1-61B6-47F8-97CC-2519D879B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8097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724DD7-3C34-4903-AA97-5849B9128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18097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5706D8-DF91-4D13-BF18-E1B38F95A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18097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3BA862-0097-4152-B3D5-165E7E90D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8097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F7A430-B042-452A-91E1-943434986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18097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C52524-4911-4B23-803B-47869A974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8097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4E95BA-730A-45F9-B618-C1815C03D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097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116B2D-52C6-448A-8F99-54538184E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097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1452EC-534A-4B6C-9B3D-2AA98DEB6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8097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C880A7-5509-489D-87FA-380E842A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8097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8FBF81-A113-49E6-9F0A-2FEE396BD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8097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C596E1-8A2B-4449-801C-987CEFC9C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8097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9A18F9-23D4-4FEA-A447-F2FCBC94E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193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442558-C3AE-44A1-9552-64377F262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193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9460D3-3A02-4509-8676-34A4025CC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193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189FE0-3AFA-4223-943A-C2128D47B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0193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681EFB-061A-4580-B318-849E326A8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0193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816737-9DEF-478B-83AE-83F57D549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0193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238"/>
          </a:solidFill>
          <a:ln xmlns:a="http://schemas.openxmlformats.org/drawingml/2006/main" w="11430">
            <a:solidFill>
              <a:srgbClr val="263238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DDF99B-A137-4A11-A799-256780FC4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0193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238"/>
          </a:solidFill>
          <a:ln xmlns:a="http://schemas.openxmlformats.org/drawingml/2006/main" w="11430">
            <a:solidFill>
              <a:srgbClr val="263238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FE638EE-CB0F-4ACE-8296-2E96E3CB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0193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8662B6C-A751-4CEA-8C87-C9339D8D8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0193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238"/>
          </a:solidFill>
          <a:ln xmlns:a="http://schemas.openxmlformats.org/drawingml/2006/main" w="11430">
            <a:solidFill>
              <a:srgbClr val="263238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C768901-924C-47A0-8EF9-A9379444C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0193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375430A-0C7A-42FD-AECC-8B7AC0FAB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0193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AAA9187-5917-4892-A2F4-B30B77866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0193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BF70623-5FC8-43B4-AEAC-CB7790C12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0193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F7D3A59-9F4B-4D2B-94FD-6045C91E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0193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238"/>
          </a:solidFill>
          <a:ln xmlns:a="http://schemas.openxmlformats.org/drawingml/2006/main" w="11430">
            <a:solidFill>
              <a:srgbClr val="263238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1F46F1D-CABB-43F3-89E2-6733DD7F0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0193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72B9A2D-0A7F-46FD-A2B0-A05FAB7BA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288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EF98B7-0302-49E3-B5D1-CB786F144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288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57258E-4F94-427E-BF03-CBB015E62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288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460BCC5-C9DA-49CE-90EA-AB017A179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2288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CE74818-6785-4CF0-B746-F410CEA18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2288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238"/>
          </a:solidFill>
          <a:ln xmlns:a="http://schemas.openxmlformats.org/drawingml/2006/main" w="11430">
            <a:solidFill>
              <a:srgbClr val="263238"/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ACC4DD5-ED06-4BF0-9F1C-2841FC9A7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2288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F94A89B-69A5-4BF2-A70D-B04B6BC2E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2288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E25E52B-85CA-4A8F-98FA-0960D219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2288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A0902F3-EA16-497F-A44D-A63D00D57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2288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58A8018-93C9-457A-B996-6814A0CDC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2288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238"/>
          </a:solidFill>
          <a:ln xmlns:a="http://schemas.openxmlformats.org/drawingml/2006/main" w="11430">
            <a:solidFill>
              <a:srgbClr val="263238"/>
            </a:solidFill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2FE4B73-E053-418C-8B5C-1236D2FAA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288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3164775-3992-4807-9DD6-B06EDE7B6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2288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93A4D16-9754-4636-8931-AFFACD4D4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2288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D30D322-0749-47F4-9DA7-650429A1E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2288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86CFAF6-D8CD-4BF3-B448-2102E7CDE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288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AB66E7F-5304-4696-8969-77EAF2FC0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384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C4A17EB-3995-4B7B-978A-50DF61F02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384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1345245-DED9-43DF-AFF8-106D06320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384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238"/>
          </a:solidFill>
          <a:ln xmlns:a="http://schemas.openxmlformats.org/drawingml/2006/main" w="11430">
            <a:solidFill>
              <a:srgbClr val="263238"/>
            </a:solidFill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90BF5FC-DAD5-40C0-B9EA-95F50E0CD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4384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238"/>
          </a:solidFill>
          <a:ln xmlns:a="http://schemas.openxmlformats.org/drawingml/2006/main" w="11430">
            <a:solidFill>
              <a:srgbClr val="263238"/>
            </a:solidFill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FF09330-65E2-4453-91A3-A31E6BC51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4384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6646F67-5C1B-46AE-AE6F-8EDE5D326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4384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238"/>
          </a:solidFill>
          <a:ln xmlns:a="http://schemas.openxmlformats.org/drawingml/2006/main" w="11430">
            <a:solidFill>
              <a:srgbClr val="263238"/>
            </a:solidFill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37C55CA-BD8B-448D-989C-6A34B8995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4384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EC67E7D-481F-486E-A74C-2BBE83026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4384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DB47DB8-0AC1-496D-A5AD-D91CAE813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4384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67A2882-E0B6-49EE-873E-555FBD2F3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384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78835C8-DFB2-4417-8DB7-45F526A95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4384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51D9BA4-7AA4-49D8-BA8E-D1CBF0E3F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4384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7E0DF4F-0298-4467-BF25-7749E907B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4384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3AFECC9-77BF-4D11-924A-D8A0DA82F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4384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9A4D5E8-E922-4F3B-BB1B-D43BF1163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4384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479BAF8-54C2-405C-A663-F8DF39340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BE9933F-1335-4B9A-8F45-C52CE98B5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479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D987B37-5B6A-439C-954B-BBB671F2B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6479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888BCC1-8940-41ED-9416-1423B1319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6479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238"/>
          </a:solidFill>
          <a:ln xmlns:a="http://schemas.openxmlformats.org/drawingml/2006/main" w="11430">
            <a:solidFill>
              <a:srgbClr val="263238"/>
            </a:solidFill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94B0D3F-74F5-4C35-9B28-F4B15295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6479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7195A8E-42D8-4357-B2DD-9D1474C9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6479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3A6B6A4-0565-4AAE-84A6-066D57D71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6479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238"/>
          </a:solidFill>
          <a:ln xmlns:a="http://schemas.openxmlformats.org/drawingml/2006/main" w="11430">
            <a:solidFill>
              <a:srgbClr val="263238"/>
            </a:solidFill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C4E0A32-16CD-45DD-B376-33D7DC928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6479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529F7F8-DC87-47AF-A3A8-365664971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6479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238"/>
          </a:solidFill>
          <a:ln xmlns:a="http://schemas.openxmlformats.org/drawingml/2006/main" w="11430">
            <a:solidFill>
              <a:srgbClr val="263238"/>
            </a:solidFill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EBDDDCE-A7CA-408D-BC9D-C2ECAA688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6479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A17E6D7-7C8C-4420-B84E-0AE745D03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6479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B3A9057-6BF5-4EBA-ADC8-EDDF51046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6479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8164F60D-114F-4731-9211-D9C57CA2D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6479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ECAB5B5-AFD5-4639-8BE9-0D9A3F3E3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6479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1601DF8-F910-4478-9823-F25EFBB7A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79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1A1A662-226D-4E00-AF2C-33E923E55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575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0CD12AE-7EA9-4E25-B624-544E8CBB4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74F8CA3-637F-43B0-B8C7-6CC620B40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575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E1253FE-328C-4158-97B9-0F717C10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8575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5148DE8A-1902-490B-831A-56D7EE469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8575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243EC1F8-9F81-4D96-B58E-1428C4739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8575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5B1D18D8-B10F-49AE-9039-D3868044B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8575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2C1616AF-D83D-4597-A6F4-9C331033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8575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440C8155-772F-4B69-B7B4-9A0FB4CD0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8575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238"/>
          </a:solidFill>
          <a:ln xmlns:a="http://schemas.openxmlformats.org/drawingml/2006/main" w="11430">
            <a:solidFill>
              <a:srgbClr val="263238"/>
            </a:solidFill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12875C0C-C0B7-4096-B9B5-70734CD93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8575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238"/>
          </a:solidFill>
          <a:ln xmlns:a="http://schemas.openxmlformats.org/drawingml/2006/main" w="11430">
            <a:solidFill>
              <a:srgbClr val="263238"/>
            </a:solidFill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2FE8259A-55AA-400A-9112-2597B3532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8575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9CD44633-3AA6-42A4-BDC8-286DD11F2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8575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238"/>
          </a:solidFill>
          <a:ln xmlns:a="http://schemas.openxmlformats.org/drawingml/2006/main" w="11430">
            <a:solidFill>
              <a:srgbClr val="263238"/>
            </a:solidFill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AE5547B2-9078-4A7E-B800-AC63E056D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8575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2C9BA59B-F524-4DB6-B8B0-D1136615C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8575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C438426F-2E00-4304-B21D-29951C6B0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8575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238"/>
          </a:solidFill>
          <a:ln xmlns:a="http://schemas.openxmlformats.org/drawingml/2006/main" w="11430">
            <a:solidFill>
              <a:srgbClr val="263238"/>
            </a:solidFill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9E71CBAF-1552-4C7A-94BB-F1C2A57C0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670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7AC350B-71EB-4CEC-A27D-1CBFB06AF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670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238"/>
          </a:solidFill>
          <a:ln xmlns:a="http://schemas.openxmlformats.org/drawingml/2006/main" w="11430">
            <a:solidFill>
              <a:srgbClr val="263238"/>
            </a:solidFill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AB3FFF1D-2743-4DAA-935E-2E674A4F5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670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4A1DF0C6-7270-4C6F-A606-6BAD6925A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0670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65FF231D-36FC-4637-9B2B-FE9C5B87E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0670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4760E51E-9BBD-4CF4-9B85-4754FAD56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0670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7A326715-551A-482E-BC98-1E87125CB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0670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DD67288A-EAD4-4E4B-A060-7C84243D8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0670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B99419AF-38A3-490B-846A-DD17698ED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0670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73935666-242B-41CB-B794-567F66F5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670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928976CB-FE98-4C8C-A847-497FDE6C8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0670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1FCA60BB-7F81-4ED7-BF16-EE07BB984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0670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D3DD310B-76D0-4A57-8A33-3E76EB256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0670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FC10EE8F-3B99-4823-9069-BD0CE8DC1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0670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09DD152C-0ED9-4F75-AB8B-CB86A9A08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0670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687BB4E5-A3B8-4B1F-B3B7-8ABFD313D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766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238"/>
          </a:solidFill>
          <a:ln xmlns:a="http://schemas.openxmlformats.org/drawingml/2006/main" w="11430">
            <a:solidFill>
              <a:srgbClr val="263238"/>
            </a:solidFill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73D1E06D-9214-4DD7-AF2E-265DC28FA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766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CB6ABED2-27A9-4719-BC74-EB263893C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766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85D257D2-3129-49E4-9B05-471E1DD13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2766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2BB56AC8-4B51-42E1-AF3D-A90D7E667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2766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8872A6EF-8456-41F4-9FA6-94B230A64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2766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238"/>
          </a:solidFill>
          <a:ln xmlns:a="http://schemas.openxmlformats.org/drawingml/2006/main" w="11430">
            <a:solidFill>
              <a:srgbClr val="263238"/>
            </a:solidFill>
          </a:ln>
        </p:spPr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51083273-4544-4AEF-B4DB-87B50A60B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2766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238"/>
          </a:solidFill>
          <a:ln xmlns:a="http://schemas.openxmlformats.org/drawingml/2006/main" w="11430">
            <a:solidFill>
              <a:srgbClr val="263238"/>
            </a:solidFill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8CB63BD0-BEDD-4F21-B5DF-40A25E1D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2766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6999C254-A7F0-49A4-ACD0-E4BBA36F0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2766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51371B14-A603-4F1C-955B-162323811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2766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9E9E3799-ED3D-43B3-B894-DB455C12B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2766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B9313D9A-F5AF-44A6-A4C0-E1867D2A4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766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D0E54E94-1BAA-4542-9B57-16E7AF100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2766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86D0892E-7A90-4B20-AB4F-81F5097F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2766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A20C5936-B3D8-4882-B608-DAC88C5A8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2766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2A2F4F64-335D-4F60-B348-07D678FBA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861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BD8B7837-FCEB-4E05-9BF7-D52E0197A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861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357D06A6-6AFC-47C4-BDF5-4E5CF9F05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861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349C0035-A011-44F0-A36A-06F33D5E0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861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034274FB-7F11-4D13-8F80-8E687A587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4861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AF36B9C7-DBC3-4DD6-900D-9180E9CE7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4861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4B3BCA83-4108-4D81-B26A-992C4CCF8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4861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238"/>
          </a:solidFill>
          <a:ln xmlns:a="http://schemas.openxmlformats.org/drawingml/2006/main" w="11430">
            <a:solidFill>
              <a:srgbClr val="263238"/>
            </a:solidFill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80A46843-4ABA-4C50-970D-E2A487F06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4861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70D33998-F24D-4AE7-B648-1820D92A8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4861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CCC47295-8A3C-4485-94FC-2F9188CDC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4861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578B3803-8264-4176-8B1F-BF9DA369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4861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9827A9FC-8E3A-40A6-80E4-951459F70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4861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F6A1D311-617C-439B-9D05-D4C493FBC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4861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87EE541A-142B-422B-BE8F-DC3C8AD68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4861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8AAD9B51-977D-4487-9F59-C6B8EAEFF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4861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05680553-9C99-462C-AF80-89C87CDAD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957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6C661FE5-82F7-475B-9BFF-01089328E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957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4D7B314F-9F9E-49FB-8B99-C6C29657A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957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FA63C718-0D57-4FB8-BA1B-67ED896A3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6957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72EC726E-951C-4532-A66C-E2F7989F9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6957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06421C62-7AE0-49B4-9729-4B85B22B4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6957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B981A960-26E6-4C00-ADE3-63A159F23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6957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238"/>
          </a:solidFill>
          <a:ln xmlns:a="http://schemas.openxmlformats.org/drawingml/2006/main" w="11430">
            <a:solidFill>
              <a:srgbClr val="263238"/>
            </a:solidFill>
          </a:ln>
        </p:spPr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C6B847E6-5A24-4E2C-A4F1-71924BD64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6957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EF14DF13-9DF7-4CBB-93A1-65C84699F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6957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C17A50CA-07EB-40F1-9791-AB61E3C79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6957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F3634F30-9C37-49C3-AE4D-956DD6272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6957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DD8827CF-1788-46B6-B003-F4EBA4C74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6957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D5904EB2-1548-4F48-A583-EF9D14559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6957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9B24A76B-7D4C-415D-9724-2EB548439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6957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DC604250-1FBA-481A-BCCF-D487C77D8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6957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DB90BB9E-D0D1-402E-B021-BA4D8F29F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052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368252A8-FD9B-439A-B389-16FEB50BB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052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238"/>
          </a:solidFill>
          <a:ln xmlns:a="http://schemas.openxmlformats.org/drawingml/2006/main" w="11430">
            <a:solidFill>
              <a:srgbClr val="263238"/>
            </a:solidFill>
          </a:ln>
        </p:spPr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895FB3CA-B94E-46B1-94C0-86CF48D2A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052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080B203F-0D94-4AFA-B3C4-0E467EDB0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9052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C7E7B940-06B5-4D04-85BB-8F158BE5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9052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74BF738A-20DD-478C-8D0C-67B59BCE2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9052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60360C77-50D4-43DA-8DBD-2EA20A41E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9052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183256A2-51E0-48B5-8D25-1673CF50D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9052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B7B89793-AD6B-46F8-A256-F65627732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9052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238"/>
          </a:solidFill>
          <a:ln xmlns:a="http://schemas.openxmlformats.org/drawingml/2006/main" w="11430">
            <a:solidFill>
              <a:srgbClr val="263238"/>
            </a:solidFill>
          </a:ln>
        </p:spPr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A6E5A803-2953-4869-859F-26759D1CD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9052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BA776E12-B6F4-49BC-99D1-CDA870383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9052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63D2F3EE-4B60-4094-BCFB-B1978E1D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9052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7D5075B9-622F-4141-9ADB-357AFA4F2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9052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0337BACD-D302-4727-9E48-2106FB969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9052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EA3231DE-A463-4992-BC67-E82B772A4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9052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ED2C1BD6-81BE-4F5D-94F1-F95955C93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148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238"/>
          </a:solidFill>
          <a:ln xmlns:a="http://schemas.openxmlformats.org/drawingml/2006/main" w="11430">
            <a:solidFill>
              <a:srgbClr val="263238"/>
            </a:solidFill>
          </a:ln>
        </p:spPr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A7688A0A-8B62-4543-9F8C-D5FF1E7D2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148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9E3AA6D6-2F42-44EC-9BE6-C6401925D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1148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76CE700D-F40E-49F5-BCBD-00CBED0CF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1148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3E610900-1731-4ACB-8F5D-F635F7042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1148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05DFDCE0-36D3-485F-AB46-C87F3B87C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1148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85F26B26-AC16-4EBC-962F-EE7283A31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1148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10FAAFDA-466F-4E93-90C8-00A2C0167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1148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199A5EBE-21C9-4121-AB4A-5F2917E99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1148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014DE279-732C-4E0F-823D-DC97F3B48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1148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801D8FB0-DEA6-45E7-AD34-92D054593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1148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7CF7209B-11E0-4D5D-88AA-DCCED33A0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148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5761FAB9-2C42-463E-98DE-A1A5FD966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1148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3B3F858A-1FCB-45DB-852E-92C4AE9FF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1148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D31E6855-2EB3-4DAA-8F18-CEF54D9A8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1148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55312DC2-1F3D-474A-93E4-920D88FAF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243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3A029F25-AFDB-4048-87E5-0AC1F6244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243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47120C89-2438-4C63-9A4D-3A22A53C8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243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44D90F28-D5B9-4BD1-8F0A-90191550A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3243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63553E40-10FE-47A9-8964-F1DF61D79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3243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689FB746-74EA-41E6-9896-B638BF09B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3243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5FADC162-E42A-493E-9A5B-514F5F381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3243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2E6EB048-FDDF-4316-AC45-C0106E195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3243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625AD6C7-9283-4B5E-BF13-697B453F8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3243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D4D772B0-523F-4D32-8536-12CB1B1F9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243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54DFDD22-9BCA-494C-8D97-0B58D3377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3243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9282244D-6080-45FF-AE37-4AD7E9064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3243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249B3A6A-7936-447C-B60F-8B065021D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3243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238"/>
          </a:solidFill>
          <a:ln xmlns:a="http://schemas.openxmlformats.org/drawingml/2006/main" w="11430">
            <a:solidFill>
              <a:srgbClr val="263238"/>
            </a:solidFill>
          </a:ln>
        </p:spPr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63C138D6-4FEC-4ABE-8923-9873FEC55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3243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83CD61BB-75D2-4251-83F2-1507024D5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243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1CEB347C-F688-414D-9554-51EA9B616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339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BD405A20-E3A1-4B21-8622-A5DC0A0EB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339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238"/>
          </a:solidFill>
          <a:ln xmlns:a="http://schemas.openxmlformats.org/drawingml/2006/main" w="11430">
            <a:solidFill>
              <a:srgbClr val="263238"/>
            </a:solidFill>
          </a:ln>
        </p:spPr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78279942-FC0E-466D-84E9-1C2B020A9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339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A002BA0D-30DF-4E1B-97C7-3A008DB19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5339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9685F6E4-B220-44F0-B413-96D3F96E5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5339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238"/>
          </a:solidFill>
          <a:ln xmlns:a="http://schemas.openxmlformats.org/drawingml/2006/main" w="11430">
            <a:solidFill>
              <a:srgbClr val="263238"/>
            </a:solidFill>
          </a:ln>
        </p:spPr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C508CC42-42D3-41CC-BF95-8951DB101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5339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C931A901-E8FF-4F29-8AB8-EAEBC3E95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5339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9D151F59-0799-40B2-85B8-040FB4797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5339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1ECE4976-2FDB-422B-9CCD-DF2E7F7E8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5339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238"/>
          </a:solidFill>
          <a:ln xmlns:a="http://schemas.openxmlformats.org/drawingml/2006/main" w="11430">
            <a:solidFill>
              <a:srgbClr val="263238"/>
            </a:solidFill>
          </a:ln>
        </p:spPr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245CE4EF-5109-4D58-B284-3C1693935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5339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650C2FF2-FEA2-4CFE-8DB6-38A590821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5339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2EA980B7-4F07-4259-BDF9-3103917E5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5339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C8B68CFF-9CBA-4A6E-8878-6DD515BA4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5339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238"/>
          </a:solidFill>
          <a:ln xmlns:a="http://schemas.openxmlformats.org/drawingml/2006/main" w="11430">
            <a:solidFill>
              <a:srgbClr val="263238"/>
            </a:solidFill>
          </a:ln>
        </p:spPr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675AA50F-D9CB-4600-8692-FD2860E9D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5339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E163DDA0-DE75-4C83-9339-4493603C4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53390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8D7D89D6-C4AC-481D-8DFA-986F743A4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434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D7F3F455-B32F-4FA6-847E-AA1474185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7434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217" name="">
            <a:extLst xmlns:a="http://schemas.openxmlformats.org/drawingml/2006/main">
              <a:ext uri="{FF2B5EF4-FFF2-40B4-BE49-F238E27FC236}">
                <a16:creationId xmlns:a16="http://schemas.microsoft.com/office/drawing/2014/main" id="{D2098E18-6C5C-47E4-B534-1999871C2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7434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218" name="">
            <a:extLst xmlns:a="http://schemas.openxmlformats.org/drawingml/2006/main">
              <a:ext uri="{FF2B5EF4-FFF2-40B4-BE49-F238E27FC236}">
                <a16:creationId xmlns:a16="http://schemas.microsoft.com/office/drawing/2014/main" id="{25C91C64-D3B0-475F-A654-9DA601ADE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7434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238"/>
          </a:solidFill>
          <a:ln xmlns:a="http://schemas.openxmlformats.org/drawingml/2006/main" w="11430">
            <a:solidFill>
              <a:srgbClr val="263238"/>
            </a:solidFill>
          </a:ln>
        </p:spPr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235FA669-0909-4926-A5FF-020256E95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7434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220" name="">
            <a:extLst xmlns:a="http://schemas.openxmlformats.org/drawingml/2006/main">
              <a:ext uri="{FF2B5EF4-FFF2-40B4-BE49-F238E27FC236}">
                <a16:creationId xmlns:a16="http://schemas.microsoft.com/office/drawing/2014/main" id="{EF588B87-D7BC-4CB8-8B0A-AF92BFD92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7434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221" name="">
            <a:extLst xmlns:a="http://schemas.openxmlformats.org/drawingml/2006/main">
              <a:ext uri="{FF2B5EF4-FFF2-40B4-BE49-F238E27FC236}">
                <a16:creationId xmlns:a16="http://schemas.microsoft.com/office/drawing/2014/main" id="{67F8E14F-30A0-4B33-BEA4-372236CCF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7434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222" name="">
            <a:extLst xmlns:a="http://schemas.openxmlformats.org/drawingml/2006/main">
              <a:ext uri="{FF2B5EF4-FFF2-40B4-BE49-F238E27FC236}">
                <a16:creationId xmlns:a16="http://schemas.microsoft.com/office/drawing/2014/main" id="{49B4E5D8-70AE-4B1B-A4F3-2DF776C1D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7434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223" name="">
            <a:extLst xmlns:a="http://schemas.openxmlformats.org/drawingml/2006/main">
              <a:ext uri="{FF2B5EF4-FFF2-40B4-BE49-F238E27FC236}">
                <a16:creationId xmlns:a16="http://schemas.microsoft.com/office/drawing/2014/main" id="{7CB6A028-8FD1-4812-8C2D-67B9F3AED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7434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224" name="">
            <a:extLst xmlns:a="http://schemas.openxmlformats.org/drawingml/2006/main">
              <a:ext uri="{FF2B5EF4-FFF2-40B4-BE49-F238E27FC236}">
                <a16:creationId xmlns:a16="http://schemas.microsoft.com/office/drawing/2014/main" id="{3D6CB510-A06F-41F1-913E-E8BD9059E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7434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225" name="">
            <a:extLst xmlns:a="http://schemas.openxmlformats.org/drawingml/2006/main">
              <a:ext uri="{FF2B5EF4-FFF2-40B4-BE49-F238E27FC236}">
                <a16:creationId xmlns:a16="http://schemas.microsoft.com/office/drawing/2014/main" id="{CE86839D-A5F4-4D54-BB9E-63A913BFF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7434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226" name="">
            <a:extLst xmlns:a="http://schemas.openxmlformats.org/drawingml/2006/main">
              <a:ext uri="{FF2B5EF4-FFF2-40B4-BE49-F238E27FC236}">
                <a16:creationId xmlns:a16="http://schemas.microsoft.com/office/drawing/2014/main" id="{4F5B6E93-51F3-47DD-8146-23F91D339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7434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227" name="">
            <a:extLst xmlns:a="http://schemas.openxmlformats.org/drawingml/2006/main">
              <a:ext uri="{FF2B5EF4-FFF2-40B4-BE49-F238E27FC236}">
                <a16:creationId xmlns:a16="http://schemas.microsoft.com/office/drawing/2014/main" id="{279DAA6B-B9B3-41E0-BDCD-BD8C76BB5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7434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228" name="">
            <a:extLst xmlns:a="http://schemas.openxmlformats.org/drawingml/2006/main">
              <a:ext uri="{FF2B5EF4-FFF2-40B4-BE49-F238E27FC236}">
                <a16:creationId xmlns:a16="http://schemas.microsoft.com/office/drawing/2014/main" id="{6B7FB967-C9FC-474E-BF07-5AEEE31BE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7434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229" name="">
            <a:extLst xmlns:a="http://schemas.openxmlformats.org/drawingml/2006/main">
              <a:ext uri="{FF2B5EF4-FFF2-40B4-BE49-F238E27FC236}">
                <a16:creationId xmlns:a16="http://schemas.microsoft.com/office/drawing/2014/main" id="{17CFC72A-B75A-47CF-B44F-A3B8822B4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743450"/>
            <a:ext cx="2000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8"/>
          </a:solidFill>
          <a:ln xmlns:a="http://schemas.openxmlformats.org/drawingml/2006/main" w="11430">
            <a:solidFill>
              <a:srgbClr val="E9F2F8"/>
            </a:solidFill>
          </a:ln>
        </p:spPr>
      </p:sp>
      <p:sp>
        <p:nvSpPr>
          <p:cNvPr id="230" name="">
            <a:extLst xmlns:a="http://schemas.openxmlformats.org/drawingml/2006/main">
              <a:ext uri="{FF2B5EF4-FFF2-40B4-BE49-F238E27FC236}">
                <a16:creationId xmlns:a16="http://schemas.microsoft.com/office/drawing/2014/main" id="{D8A86A64-6D81-4DF6-B538-F4209DC44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1914525"/>
            <a:ext cx="293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C9D6E2"/>
            </a:solidFill>
          </a:ln>
        </p:spPr>
      </p:sp>
      <p:sp>
        <p:nvSpPr>
          <p:cNvPr id="231" name="">
            <a:extLst xmlns:a="http://schemas.openxmlformats.org/drawingml/2006/main">
              <a:ext uri="{FF2B5EF4-FFF2-40B4-BE49-F238E27FC236}">
                <a16:creationId xmlns:a16="http://schemas.microsoft.com/office/drawing/2014/main" id="{006008F7-70D5-42DF-9EFA-8FF2A4D38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124075"/>
            <a:ext cx="293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C9D6E2"/>
            </a:solidFill>
          </a:ln>
        </p:spPr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7189B09A-A7EF-49EC-B8AC-86BC79BB6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333625"/>
            <a:ext cx="293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C9D6E2"/>
            </a:solidFill>
          </a:ln>
        </p:spPr>
      </p:sp>
      <p:sp>
        <p:nvSpPr>
          <p:cNvPr id="233" name="">
            <a:extLst xmlns:a="http://schemas.openxmlformats.org/drawingml/2006/main">
              <a:ext uri="{FF2B5EF4-FFF2-40B4-BE49-F238E27FC236}">
                <a16:creationId xmlns:a16="http://schemas.microsoft.com/office/drawing/2014/main" id="{949829B6-E2EB-4FD6-97F8-5463E1F94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543175"/>
            <a:ext cx="293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C9D6E2"/>
            </a:solidFill>
          </a:ln>
        </p:spPr>
      </p:sp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176EB357-8AF9-46C2-BF41-5804C4C3F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752725"/>
            <a:ext cx="293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C9D6E2"/>
            </a:solidFill>
          </a:ln>
        </p:spPr>
      </p:sp>
      <p:sp>
        <p:nvSpPr>
          <p:cNvPr id="235" name="">
            <a:extLst xmlns:a="http://schemas.openxmlformats.org/drawingml/2006/main">
              <a:ext uri="{FF2B5EF4-FFF2-40B4-BE49-F238E27FC236}">
                <a16:creationId xmlns:a16="http://schemas.microsoft.com/office/drawing/2014/main" id="{9003DCEC-C8C1-45AB-BDBA-8292DB88B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962275"/>
            <a:ext cx="293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C9D6E2"/>
            </a:solidFill>
          </a:ln>
        </p:spPr>
      </p:sp>
      <p:sp>
        <p:nvSpPr>
          <p:cNvPr id="236" name="">
            <a:extLst xmlns:a="http://schemas.openxmlformats.org/drawingml/2006/main">
              <a:ext uri="{FF2B5EF4-FFF2-40B4-BE49-F238E27FC236}">
                <a16:creationId xmlns:a16="http://schemas.microsoft.com/office/drawing/2014/main" id="{C566DBA7-182C-44B5-86B4-764970F45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171825"/>
            <a:ext cx="293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C9D6E2"/>
            </a:solidFill>
          </a:ln>
        </p:spPr>
      </p:sp>
      <p:sp>
        <p:nvSpPr>
          <p:cNvPr id="237" name="">
            <a:extLst xmlns:a="http://schemas.openxmlformats.org/drawingml/2006/main">
              <a:ext uri="{FF2B5EF4-FFF2-40B4-BE49-F238E27FC236}">
                <a16:creationId xmlns:a16="http://schemas.microsoft.com/office/drawing/2014/main" id="{176A6848-A19C-4844-B4C1-901F35BC0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381375"/>
            <a:ext cx="293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C9D6E2"/>
            </a:solidFill>
          </a:ln>
        </p:spPr>
      </p:sp>
      <p:sp>
        <p:nvSpPr>
          <p:cNvPr id="238" name="">
            <a:extLst xmlns:a="http://schemas.openxmlformats.org/drawingml/2006/main">
              <a:ext uri="{FF2B5EF4-FFF2-40B4-BE49-F238E27FC236}">
                <a16:creationId xmlns:a16="http://schemas.microsoft.com/office/drawing/2014/main" id="{717382E4-07FE-4032-AD55-45A5B8882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590925"/>
            <a:ext cx="293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C9D6E2"/>
            </a:solidFill>
          </a:ln>
        </p:spPr>
      </p:sp>
      <p:sp>
        <p:nvSpPr>
          <p:cNvPr id="239" name="">
            <a:extLst xmlns:a="http://schemas.openxmlformats.org/drawingml/2006/main">
              <a:ext uri="{FF2B5EF4-FFF2-40B4-BE49-F238E27FC236}">
                <a16:creationId xmlns:a16="http://schemas.microsoft.com/office/drawing/2014/main" id="{93CAD22A-B5FE-4042-93EB-0E49F14CC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800475"/>
            <a:ext cx="293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C9D6E2"/>
            </a:solidFill>
          </a:ln>
        </p:spPr>
      </p:sp>
      <p:sp>
        <p:nvSpPr>
          <p:cNvPr id="240" name="">
            <a:extLst xmlns:a="http://schemas.openxmlformats.org/drawingml/2006/main">
              <a:ext uri="{FF2B5EF4-FFF2-40B4-BE49-F238E27FC236}">
                <a16:creationId xmlns:a16="http://schemas.microsoft.com/office/drawing/2014/main" id="{CAE4ABBD-B69E-4E46-981C-FD4B2705D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010025"/>
            <a:ext cx="293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C9D6E2"/>
            </a:solidFill>
          </a:ln>
        </p:spPr>
      </p:sp>
      <p:sp>
        <p:nvSpPr>
          <p:cNvPr id="241" name="">
            <a:extLst xmlns:a="http://schemas.openxmlformats.org/drawingml/2006/main">
              <a:ext uri="{FF2B5EF4-FFF2-40B4-BE49-F238E27FC236}">
                <a16:creationId xmlns:a16="http://schemas.microsoft.com/office/drawing/2014/main" id="{2CC7387F-2FD4-4EB4-9DC1-A9E675519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219575"/>
            <a:ext cx="293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C9D6E2"/>
            </a:solidFill>
          </a:ln>
        </p:spPr>
      </p:sp>
      <p:sp>
        <p:nvSpPr>
          <p:cNvPr id="242" name="">
            <a:extLst xmlns:a="http://schemas.openxmlformats.org/drawingml/2006/main">
              <a:ext uri="{FF2B5EF4-FFF2-40B4-BE49-F238E27FC236}">
                <a16:creationId xmlns:a16="http://schemas.microsoft.com/office/drawing/2014/main" id="{D34E1526-E6C2-4B5E-AB67-C9AFE20DB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429125"/>
            <a:ext cx="293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C9D6E2"/>
            </a:solidFill>
          </a:ln>
        </p:spPr>
      </p:sp>
      <p:sp>
        <p:nvSpPr>
          <p:cNvPr id="243" name="">
            <a:extLst xmlns:a="http://schemas.openxmlformats.org/drawingml/2006/main">
              <a:ext uri="{FF2B5EF4-FFF2-40B4-BE49-F238E27FC236}">
                <a16:creationId xmlns:a16="http://schemas.microsoft.com/office/drawing/2014/main" id="{8C2A5CE1-BAC7-4C8B-86E2-DE3CC3F42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638675"/>
            <a:ext cx="293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C9D6E2"/>
            </a:solidFill>
          </a:ln>
        </p:spPr>
      </p:sp>
      <p:sp>
        <p:nvSpPr>
          <p:cNvPr id="244" name="">
            <a:extLst xmlns:a="http://schemas.openxmlformats.org/drawingml/2006/main">
              <a:ext uri="{FF2B5EF4-FFF2-40B4-BE49-F238E27FC236}">
                <a16:creationId xmlns:a16="http://schemas.microsoft.com/office/drawing/2014/main" id="{BCD4462D-E3D0-4CE2-96EE-659CBA062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848225"/>
            <a:ext cx="293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C9D6E2"/>
            </a:solidFill>
          </a:ln>
        </p:spPr>
      </p:sp>
      <p:sp>
        <p:nvSpPr>
          <p:cNvPr id="245" name="">
            <a:extLst xmlns:a="http://schemas.openxmlformats.org/drawingml/2006/main">
              <a:ext uri="{FF2B5EF4-FFF2-40B4-BE49-F238E27FC236}">
                <a16:creationId xmlns:a16="http://schemas.microsoft.com/office/drawing/2014/main" id="{E024015D-B200-42ED-B66E-A46E276C7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19145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97316"/>
            </a:solidFill>
          </a:ln>
        </p:spPr>
      </p:sp>
      <p:sp>
        <p:nvSpPr>
          <p:cNvPr id="246" name="">
            <a:extLst xmlns:a="http://schemas.openxmlformats.org/drawingml/2006/main">
              <a:ext uri="{FF2B5EF4-FFF2-40B4-BE49-F238E27FC236}">
                <a16:creationId xmlns:a16="http://schemas.microsoft.com/office/drawing/2014/main" id="{02039506-02D3-45A3-B9FC-5314818CC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124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97316"/>
            </a:solidFill>
          </a:ln>
        </p:spPr>
      </p:sp>
      <p:sp>
        <p:nvSpPr>
          <p:cNvPr id="247" name="">
            <a:extLst xmlns:a="http://schemas.openxmlformats.org/drawingml/2006/main">
              <a:ext uri="{FF2B5EF4-FFF2-40B4-BE49-F238E27FC236}">
                <a16:creationId xmlns:a16="http://schemas.microsoft.com/office/drawing/2014/main" id="{8B5D8B21-A619-4298-8B32-D70AF34D8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333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97316"/>
            </a:solidFill>
          </a:ln>
        </p:spPr>
      </p:sp>
      <p:sp>
        <p:nvSpPr>
          <p:cNvPr id="248" name="">
            <a:extLst xmlns:a="http://schemas.openxmlformats.org/drawingml/2006/main">
              <a:ext uri="{FF2B5EF4-FFF2-40B4-BE49-F238E27FC236}">
                <a16:creationId xmlns:a16="http://schemas.microsoft.com/office/drawing/2014/main" id="{7EB63CC2-52DF-4BF4-BDE0-70F7A5CD7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5431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97316"/>
            </a:solidFill>
          </a:ln>
        </p:spPr>
      </p:sp>
      <p:sp>
        <p:nvSpPr>
          <p:cNvPr id="249" name="">
            <a:extLst xmlns:a="http://schemas.openxmlformats.org/drawingml/2006/main">
              <a:ext uri="{FF2B5EF4-FFF2-40B4-BE49-F238E27FC236}">
                <a16:creationId xmlns:a16="http://schemas.microsoft.com/office/drawing/2014/main" id="{E1E79171-059F-4D1B-B9E6-6D0528E35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7527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97316"/>
            </a:solidFill>
          </a:ln>
        </p:spPr>
      </p:sp>
      <p:sp>
        <p:nvSpPr>
          <p:cNvPr id="250" name="">
            <a:extLst xmlns:a="http://schemas.openxmlformats.org/drawingml/2006/main">
              <a:ext uri="{FF2B5EF4-FFF2-40B4-BE49-F238E27FC236}">
                <a16:creationId xmlns:a16="http://schemas.microsoft.com/office/drawing/2014/main" id="{A8AFCE1D-C1EC-418F-9F41-3DEC3C416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9622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97316"/>
            </a:solidFill>
          </a:ln>
        </p:spPr>
      </p:sp>
      <p:sp>
        <p:nvSpPr>
          <p:cNvPr id="251" name="">
            <a:extLst xmlns:a="http://schemas.openxmlformats.org/drawingml/2006/main">
              <a:ext uri="{FF2B5EF4-FFF2-40B4-BE49-F238E27FC236}">
                <a16:creationId xmlns:a16="http://schemas.microsoft.com/office/drawing/2014/main" id="{D9C81B33-A5FD-4929-9FE7-321E543D1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171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97316"/>
            </a:solidFill>
          </a:ln>
        </p:spPr>
      </p:sp>
      <p:sp>
        <p:nvSpPr>
          <p:cNvPr id="252" name="">
            <a:extLst xmlns:a="http://schemas.openxmlformats.org/drawingml/2006/main">
              <a:ext uri="{FF2B5EF4-FFF2-40B4-BE49-F238E27FC236}">
                <a16:creationId xmlns:a16="http://schemas.microsoft.com/office/drawing/2014/main" id="{AF33C4F2-BE53-4886-A253-F9A7C691B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381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97316"/>
            </a:solidFill>
          </a:ln>
        </p:spPr>
      </p:sp>
      <p:sp>
        <p:nvSpPr>
          <p:cNvPr id="253" name="">
            <a:extLst xmlns:a="http://schemas.openxmlformats.org/drawingml/2006/main">
              <a:ext uri="{FF2B5EF4-FFF2-40B4-BE49-F238E27FC236}">
                <a16:creationId xmlns:a16="http://schemas.microsoft.com/office/drawing/2014/main" id="{5467D1A2-BBD6-4B16-912D-08102B2B8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590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97316"/>
            </a:solidFill>
          </a:ln>
        </p:spPr>
      </p:sp>
      <p:sp>
        <p:nvSpPr>
          <p:cNvPr id="254" name="">
            <a:extLst xmlns:a="http://schemas.openxmlformats.org/drawingml/2006/main">
              <a:ext uri="{FF2B5EF4-FFF2-40B4-BE49-F238E27FC236}">
                <a16:creationId xmlns:a16="http://schemas.microsoft.com/office/drawing/2014/main" id="{7B6B5F1B-E0B4-455B-AE39-D713AA5A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800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97316"/>
            </a:solidFill>
          </a:ln>
        </p:spPr>
      </p:sp>
      <p:sp>
        <p:nvSpPr>
          <p:cNvPr id="255" name="">
            <a:extLst xmlns:a="http://schemas.openxmlformats.org/drawingml/2006/main">
              <a:ext uri="{FF2B5EF4-FFF2-40B4-BE49-F238E27FC236}">
                <a16:creationId xmlns:a16="http://schemas.microsoft.com/office/drawing/2014/main" id="{E1191CE4-4CFF-41A5-84F3-B859385DD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010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97316"/>
            </a:solidFill>
          </a:ln>
        </p:spPr>
      </p:sp>
      <p:sp>
        <p:nvSpPr>
          <p:cNvPr id="256" name="">
            <a:extLst xmlns:a="http://schemas.openxmlformats.org/drawingml/2006/main">
              <a:ext uri="{FF2B5EF4-FFF2-40B4-BE49-F238E27FC236}">
                <a16:creationId xmlns:a16="http://schemas.microsoft.com/office/drawing/2014/main" id="{901C534D-4CFA-413C-A91E-B0D55FDF6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219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97316"/>
            </a:solidFill>
          </a:ln>
        </p:spPr>
      </p:sp>
      <p:sp>
        <p:nvSpPr>
          <p:cNvPr id="257" name="">
            <a:extLst xmlns:a="http://schemas.openxmlformats.org/drawingml/2006/main">
              <a:ext uri="{FF2B5EF4-FFF2-40B4-BE49-F238E27FC236}">
                <a16:creationId xmlns:a16="http://schemas.microsoft.com/office/drawing/2014/main" id="{A83BEE2D-B0C3-4DBD-9990-88D3A7B68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429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97316"/>
            </a:solidFill>
          </a:ln>
        </p:spPr>
      </p:sp>
      <p:sp>
        <p:nvSpPr>
          <p:cNvPr id="258" name="">
            <a:extLst xmlns:a="http://schemas.openxmlformats.org/drawingml/2006/main">
              <a:ext uri="{FF2B5EF4-FFF2-40B4-BE49-F238E27FC236}">
                <a16:creationId xmlns:a16="http://schemas.microsoft.com/office/drawing/2014/main" id="{3E5938D6-6E4A-46D4-A1FF-100E0865D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638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97316"/>
            </a:solidFill>
          </a:ln>
        </p:spPr>
      </p:sp>
      <p:sp>
        <p:nvSpPr>
          <p:cNvPr id="259" name="">
            <a:extLst xmlns:a="http://schemas.openxmlformats.org/drawingml/2006/main">
              <a:ext uri="{FF2B5EF4-FFF2-40B4-BE49-F238E27FC236}">
                <a16:creationId xmlns:a16="http://schemas.microsoft.com/office/drawing/2014/main" id="{09D2C212-8D7F-4F7C-8FFA-CBA602900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848225"/>
            <a:ext cx="209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97316"/>
            </a:solidFill>
          </a:ln>
        </p:spPr>
      </p:sp>
      <p:sp>
        <p:nvSpPr>
          <p:cNvPr id="260" name="">
            <a:extLst xmlns:a="http://schemas.openxmlformats.org/drawingml/2006/main">
              <a:ext uri="{FF2B5EF4-FFF2-40B4-BE49-F238E27FC236}">
                <a16:creationId xmlns:a16="http://schemas.microsoft.com/office/drawing/2014/main" id="{ABA0CF8F-6599-4C8E-B542-392C75762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848225"/>
            <a:ext cx="209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97316"/>
            </a:solidFill>
          </a:ln>
        </p:spPr>
      </p:sp>
      <p:sp>
        <p:nvSpPr>
          <p:cNvPr id="261" name="">
            <a:extLst xmlns:a="http://schemas.openxmlformats.org/drawingml/2006/main">
              <a:ext uri="{FF2B5EF4-FFF2-40B4-BE49-F238E27FC236}">
                <a16:creationId xmlns:a16="http://schemas.microsoft.com/office/drawing/2014/main" id="{C41A2654-9CF7-4278-BF50-4FB62A2B1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4848225"/>
            <a:ext cx="209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97316"/>
            </a:solidFill>
          </a:ln>
        </p:spPr>
      </p:sp>
      <p:sp>
        <p:nvSpPr>
          <p:cNvPr id="262" name="">
            <a:extLst xmlns:a="http://schemas.openxmlformats.org/drawingml/2006/main">
              <a:ext uri="{FF2B5EF4-FFF2-40B4-BE49-F238E27FC236}">
                <a16:creationId xmlns:a16="http://schemas.microsoft.com/office/drawing/2014/main" id="{6DC80B17-13F6-462C-BDA8-CA02D5D17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848225"/>
            <a:ext cx="209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97316"/>
            </a:solidFill>
          </a:ln>
        </p:spPr>
      </p:sp>
      <p:sp>
        <p:nvSpPr>
          <p:cNvPr id="263" name="">
            <a:extLst xmlns:a="http://schemas.openxmlformats.org/drawingml/2006/main">
              <a:ext uri="{FF2B5EF4-FFF2-40B4-BE49-F238E27FC236}">
                <a16:creationId xmlns:a16="http://schemas.microsoft.com/office/drawing/2014/main" id="{80CCD64E-861C-414A-81F0-A8741A965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4848225"/>
            <a:ext cx="209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97316"/>
            </a:solidFill>
          </a:ln>
        </p:spPr>
      </p:sp>
      <p:sp>
        <p:nvSpPr>
          <p:cNvPr id="264" name="">
            <a:extLst xmlns:a="http://schemas.openxmlformats.org/drawingml/2006/main">
              <a:ext uri="{FF2B5EF4-FFF2-40B4-BE49-F238E27FC236}">
                <a16:creationId xmlns:a16="http://schemas.microsoft.com/office/drawing/2014/main" id="{F773DFBA-3289-4F96-8D49-9403AF171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848225"/>
            <a:ext cx="209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97316"/>
            </a:solidFill>
          </a:ln>
        </p:spPr>
      </p:sp>
      <p:sp>
        <p:nvSpPr>
          <p:cNvPr id="265" name="">
            <a:extLst xmlns:a="http://schemas.openxmlformats.org/drawingml/2006/main">
              <a:ext uri="{FF2B5EF4-FFF2-40B4-BE49-F238E27FC236}">
                <a16:creationId xmlns:a16="http://schemas.microsoft.com/office/drawing/2014/main" id="{8321DA0A-DD85-4413-9F62-2231F9770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4848225"/>
            <a:ext cx="209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97316"/>
            </a:solidFill>
          </a:ln>
        </p:spPr>
      </p:sp>
      <p:sp>
        <p:nvSpPr>
          <p:cNvPr id="266" name="">
            <a:extLst xmlns:a="http://schemas.openxmlformats.org/drawingml/2006/main">
              <a:ext uri="{FF2B5EF4-FFF2-40B4-BE49-F238E27FC236}">
                <a16:creationId xmlns:a16="http://schemas.microsoft.com/office/drawing/2014/main" id="{B0D7CE0F-CAB4-48A4-9D9C-BC823A6B4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4848225"/>
            <a:ext cx="209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97316"/>
            </a:solidFill>
          </a:ln>
        </p:spPr>
      </p:sp>
      <p:sp>
        <p:nvSpPr>
          <p:cNvPr id="267" name="">
            <a:extLst xmlns:a="http://schemas.openxmlformats.org/drawingml/2006/main">
              <a:ext uri="{FF2B5EF4-FFF2-40B4-BE49-F238E27FC236}">
                <a16:creationId xmlns:a16="http://schemas.microsoft.com/office/drawing/2014/main" id="{3363B056-35F2-4BA5-B5F2-9D0D559C8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848225"/>
            <a:ext cx="209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97316"/>
            </a:solidFill>
          </a:ln>
        </p:spPr>
      </p:sp>
      <p:sp>
        <p:nvSpPr>
          <p:cNvPr id="268" name="">
            <a:extLst xmlns:a="http://schemas.openxmlformats.org/drawingml/2006/main">
              <a:ext uri="{FF2B5EF4-FFF2-40B4-BE49-F238E27FC236}">
                <a16:creationId xmlns:a16="http://schemas.microsoft.com/office/drawing/2014/main" id="{543AD7D7-1876-4B43-8423-84509959B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848225"/>
            <a:ext cx="209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97316"/>
            </a:solidFill>
          </a:ln>
        </p:spPr>
      </p:sp>
      <p:sp>
        <p:nvSpPr>
          <p:cNvPr id="269" name="">
            <a:extLst xmlns:a="http://schemas.openxmlformats.org/drawingml/2006/main">
              <a:ext uri="{FF2B5EF4-FFF2-40B4-BE49-F238E27FC236}">
                <a16:creationId xmlns:a16="http://schemas.microsoft.com/office/drawing/2014/main" id="{8DA946BC-1B7E-4391-BF0C-7D363F96A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4848225"/>
            <a:ext cx="209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97316"/>
            </a:solidFill>
          </a:ln>
        </p:spPr>
      </p:sp>
      <p:sp>
        <p:nvSpPr>
          <p:cNvPr id="270" name="">
            <a:extLst xmlns:a="http://schemas.openxmlformats.org/drawingml/2006/main">
              <a:ext uri="{FF2B5EF4-FFF2-40B4-BE49-F238E27FC236}">
                <a16:creationId xmlns:a16="http://schemas.microsoft.com/office/drawing/2014/main" id="{FAA827DF-E38F-4DDB-A087-A6E0C1645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848225"/>
            <a:ext cx="209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97316"/>
            </a:solidFill>
          </a:ln>
        </p:spPr>
      </p:sp>
      <p:sp>
        <p:nvSpPr>
          <p:cNvPr id="271" name="">
            <a:extLst xmlns:a="http://schemas.openxmlformats.org/drawingml/2006/main">
              <a:ext uri="{FF2B5EF4-FFF2-40B4-BE49-F238E27FC236}">
                <a16:creationId xmlns:a16="http://schemas.microsoft.com/office/drawing/2014/main" id="{09008B7D-9310-4F4A-AC7A-7BB58DA9F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4848225"/>
            <a:ext cx="209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97316"/>
            </a:solidFill>
          </a:ln>
        </p:spPr>
      </p:sp>
      <p:sp>
        <p:nvSpPr>
          <p:cNvPr id="272" name="">
            <a:extLst xmlns:a="http://schemas.openxmlformats.org/drawingml/2006/main">
              <a:ext uri="{FF2B5EF4-FFF2-40B4-BE49-F238E27FC236}">
                <a16:creationId xmlns:a16="http://schemas.microsoft.com/office/drawing/2014/main" id="{77B1B019-01BB-450E-83A4-CB3FA1FF6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848225"/>
            <a:ext cx="209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97316"/>
            </a:solidFill>
          </a:ln>
        </p:spPr>
      </p:sp>
      <p:sp>
        <p:nvSpPr>
          <p:cNvPr id="273" name="">
            <a:extLst xmlns:a="http://schemas.openxmlformats.org/drawingml/2006/main">
              <a:ext uri="{FF2B5EF4-FFF2-40B4-BE49-F238E27FC236}">
                <a16:creationId xmlns:a16="http://schemas.microsoft.com/office/drawing/2014/main" id="{53B2F7F4-B704-4160-B8F1-F02A44B0D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8573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1430">
            <a:solidFill>
              <a:srgbClr val="FFFFFF"/>
            </a:solidFill>
          </a:ln>
        </p:spPr>
      </p:sp>
      <p:sp>
        <p:nvSpPr>
          <p:cNvPr id="274" name="">
            <a:extLst xmlns:a="http://schemas.openxmlformats.org/drawingml/2006/main">
              <a:ext uri="{FF2B5EF4-FFF2-40B4-BE49-F238E27FC236}">
                <a16:creationId xmlns:a16="http://schemas.microsoft.com/office/drawing/2014/main" id="{CDA65D19-EC7E-4C84-9849-B69AA4E0B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7910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11430">
            <a:solidFill>
              <a:srgbClr val="FFFFFF"/>
            </a:solidFill>
          </a:ln>
        </p:spPr>
      </p:sp>
      <p:sp>
        <p:nvSpPr>
          <p:cNvPr id="275" name="">
            <a:extLst xmlns:a="http://schemas.openxmlformats.org/drawingml/2006/main">
              <a:ext uri="{FF2B5EF4-FFF2-40B4-BE49-F238E27FC236}">
                <a16:creationId xmlns:a16="http://schemas.microsoft.com/office/drawing/2014/main" id="{C24F5F0A-7965-4070-8475-996BF451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4350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94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 i="0">
                <a:solidFill>
                  <a:srgbClr val="10B981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0B981"/>
                </a:solidFill>
                <a:latin typeface="Arial"/>
                <a:ea typeface="Arial"/>
                <a:cs typeface="Arial"/>
              </a:rPr>
              <a:t>Start</a:t>
            </a:r>
          </a:p>
        </p:txBody>
      </p:sp>
      <p:sp>
        <p:nvSpPr>
          <p:cNvPr id="276" name="">
            <a:extLst xmlns:a="http://schemas.openxmlformats.org/drawingml/2006/main">
              <a:ext uri="{FF2B5EF4-FFF2-40B4-BE49-F238E27FC236}">
                <a16:creationId xmlns:a16="http://schemas.microsoft.com/office/drawing/2014/main" id="{F865C2C2-C054-416E-B8BF-25958C92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14350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94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 i="0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B91C1C"/>
                </a:solidFill>
                <a:latin typeface="Arial"/>
                <a:ea typeface="Arial"/>
                <a:cs typeface="Arial"/>
              </a:rPr>
              <a:t>Goal</a:t>
            </a:r>
          </a:p>
        </p:txBody>
      </p:sp>
      <p:sp>
        <p:nvSpPr>
          <p:cNvPr id="277" name="">
            <a:extLst xmlns:a="http://schemas.openxmlformats.org/drawingml/2006/main">
              <a:ext uri="{FF2B5EF4-FFF2-40B4-BE49-F238E27FC236}">
                <a16:creationId xmlns:a16="http://schemas.microsoft.com/office/drawing/2014/main" id="{4E99168C-7299-44C3-A630-1662C14FC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905000"/>
            <a:ext cx="5143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56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A route must navigate obstacles while minimizing a measurable objective.</a:t>
            </a:r>
          </a:p>
        </p:txBody>
      </p:sp>
      <p:sp>
        <p:nvSpPr>
          <p:cNvPr id="278" name="">
            <a:extLst xmlns:a="http://schemas.openxmlformats.org/drawingml/2006/main">
              <a:ext uri="{FF2B5EF4-FFF2-40B4-BE49-F238E27FC236}">
                <a16:creationId xmlns:a16="http://schemas.microsoft.com/office/drawing/2014/main" id="{5AEE3E26-803C-42CC-9A87-40A797E3F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857500"/>
            <a:ext cx="49530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650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Unit-cost maps reward short routes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650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Weighted maps expose terrain-aware behavior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650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Classical methods provide reference guarantees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650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Evolutionary search tests flexible exploration</a:t>
            </a:r>
          </a:p>
        </p:txBody>
      </p:sp>
      <p:sp>
        <p:nvSpPr>
          <p:cNvPr id="279" name="">
            <a:extLst xmlns:a="http://schemas.openxmlformats.org/drawingml/2006/main">
              <a:ext uri="{FF2B5EF4-FFF2-40B4-BE49-F238E27FC236}">
                <a16:creationId xmlns:a16="http://schemas.microsoft.com/office/drawing/2014/main" id="{EDCD5BAC-ECD8-45B6-8D77-5FFBEAD40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81600"/>
            <a:ext cx="5143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1E8"/>
          </a:solidFill>
          <a:ln xmlns:a="http://schemas.openxmlformats.org/drawingml/2006/main" w="11430">
            <a:solidFill>
              <a:srgbClr val="F97316"/>
            </a:solidFill>
          </a:ln>
        </p:spPr>
      </p:sp>
      <p:sp>
        <p:nvSpPr>
          <p:cNvPr id="280" name="">
            <a:extLst xmlns:a="http://schemas.openxmlformats.org/drawingml/2006/main">
              <a:ext uri="{FF2B5EF4-FFF2-40B4-BE49-F238E27FC236}">
                <a16:creationId xmlns:a16="http://schemas.microsoft.com/office/drawing/2014/main" id="{3C0B65DB-FBB1-4B2F-B489-77A08D9F7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334000"/>
            <a:ext cx="472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47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Question: does an A* route make evolutionary search more reliable?</a:t>
            </a:r>
          </a:p>
        </p:txBody>
      </p:sp>
    </p:spTree>
    <p:extLst>
      <p:ext uri="{BB962C8B-B14F-4D97-AF65-F5344CB8AC3E}">
        <p14:creationId xmlns:p14="http://schemas.microsoft.com/office/powerpoint/2010/main" val="59111111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48E5AC-0972-4DF8-9272-35CC208A5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88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F97316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51BEDF-2A2F-4DA7-A7BA-50B602118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609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Research questions and contributions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865C0B-D3F2-4BF7-89DF-84B6FABE4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83820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4748B"/>
                </a:solidFill>
                <a:latin typeface="Arial"/>
                <a:ea typeface="Arial"/>
                <a:cs typeface="Arial"/>
              </a:rPr>
              <a:t>A compact experiment designed to answer one hybridization question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29FB44-C7C0-41E7-BF96-B6A16BCE7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9E1EC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08AB73-B82D-4D09-9386-D8897EAB8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526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72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Research questions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CB17E5-4AD3-43BC-AB36-A1005FBFD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81250"/>
            <a:ext cx="4953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How do uninformed, cost-based, and heuristic searches compare?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Does A* seeding improve GA success, fitness, convergence, or stability?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How do size and obstacle density change the trade-offs?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5AF3AA-5D9B-49A1-BCC1-0AE290F9A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75260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72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What this project adds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22C852-4C09-4B72-BC5E-2D2E9084B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81250"/>
            <a:ext cx="4667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One executed notebook contains the full implementation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Twelve deterministic obstacle-grid scenarios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Six classical baselines plus two GA variants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CSV results, SVG figures, report, and presentation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A47820-D90A-4BEE-9148-767561EEA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62500"/>
            <a:ext cx="1047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C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867669-50ED-4A58-8FF5-126E469CA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95875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03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F97316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Scope boundary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D71827-1996-4855-A1A6-65C0A5CBF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048250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805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4748B"/>
                </a:solidFill>
                <a:latin typeface="Arial"/>
                <a:ea typeface="Arial"/>
                <a:cs typeface="Arial"/>
              </a:rPr>
              <a:t>The original HW01 and HW02 notebooks remain legacy references. They are not described as graph-search implementations.</a:t>
            </a:r>
          </a:p>
        </p:txBody>
      </p:sp>
    </p:spTree>
    <p:extLst>
      <p:ext uri="{BB962C8B-B14F-4D97-AF65-F5344CB8AC3E}">
        <p14:creationId xmlns:p14="http://schemas.microsoft.com/office/powerpoint/2010/main" val="17262519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DD0FEC-0EA2-42D9-9258-A2E984ADE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88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F97316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D18128-9D33-4375-BF14-26E73EB4A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609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Benchmark design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DF99FF-E981-4835-BDCA-F3354FB8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83820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4748B"/>
                </a:solidFill>
                <a:latin typeface="Arial"/>
                <a:ea typeface="Arial"/>
                <a:cs typeface="Arial"/>
              </a:rPr>
              <a:t>The notebook generates every map and records every seed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65CF8B-70C1-4609-BBA2-4FA230048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9E1EC"/>
            </a:solidFill>
          </a:ln>
        </p:spPr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762000" y="1752600"/>
          <a:ext xmlns:a="http://schemas.openxmlformats.org/drawingml/2006/main" cx="47625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87500"/>
                <a:gridCol w="3175000"/>
              </a:tblGrid>
              <a:tr h="44903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Dimension</a:t>
                      </a:r>
                    </a:p>
                  </a:txBody>
                  <a:tcPr marL="91440" marR="91440" marT="45720" marB="45720">
                    <a:solidFill>
                      <a:srgbClr val="0B13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Executed values</a:t>
                      </a:r>
                    </a:p>
                  </a:txBody>
                  <a:tcPr marL="91440" marR="91440" marT="45720" marB="45720">
                    <a:solidFill>
                      <a:srgbClr val="0B132B"/>
                    </a:solidFill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Grid size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15x15, 25x25, 35x35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Obstacle density</a:t>
                      </a:r>
                    </a:p>
                  </a:txBody>
                  <a:tcPr marL="91440" marR="91440" marT="45720" marB="45720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15%, 25%</a:t>
                      </a:r>
                    </a:p>
                  </a:txBody>
                  <a:tcPr marL="91440" marR="91440" marT="45720" marB="45720">
                    <a:solidFill>
                      <a:srgbClr val="F5F7FB"/>
                    </a:solidFill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Terrain mode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Unit cost and weighted cost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Terrain costs</a:t>
                      </a:r>
                    </a:p>
                  </a:txBody>
                  <a:tcPr marL="91440" marR="91440" marT="45720" marB="45720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1, 3, 7</a:t>
                      </a:r>
                    </a:p>
                  </a:txBody>
                  <a:tcPr marL="91440" marR="91440" marT="45720" marB="45720">
                    <a:solidFill>
                      <a:srgbClr val="F5F7FB"/>
                    </a:solidFill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Scenario seeds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7000 through 7011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GA seeds</a:t>
                      </a:r>
                    </a:p>
                  </a:txBody>
                  <a:tcPr marL="91440" marR="91440" marT="45720" marB="45720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11, 22, 33, 44, 55</a:t>
                      </a:r>
                    </a:p>
                  </a:txBody>
                  <a:tcPr marL="91440" marR="91440" marT="45720" marB="45720"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ADE7CD-9082-49D4-95F1-F8B36DFF8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8097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621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Reachability control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2288BD-1B93-4979-9F32-11807CE8B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76500"/>
            <a:ext cx="44767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Start and goal cells remain free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Disconnected samples trigger deterministic rejection sampling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The same obstacle layout supports both cost modes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No restricted course dataset is committed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642C22-7CC4-43C9-B763-2690FCAA9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953000"/>
            <a:ext cx="4286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9EEFF"/>
          </a:solidFill>
          <a:ln xmlns:a="http://schemas.openxmlformats.org/drawingml/2006/main" w="11430">
            <a:solidFill>
              <a:srgbClr val="2E5BFF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1B2247-8EFF-433D-ACA7-C1AB5F5B7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43500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172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12 maps  |  72 classical rows  |  120 GA trials</a:t>
            </a:r>
          </a:p>
        </p:txBody>
      </p:sp>
    </p:spTree>
    <p:extLst>
      <p:ext uri="{BB962C8B-B14F-4D97-AF65-F5344CB8AC3E}">
        <p14:creationId xmlns:p14="http://schemas.microsoft.com/office/powerpoint/2010/main" val="142675305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65CDAB-C2A2-4F49-A29A-322D5423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88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F97316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D8FA8F-634F-463B-8C98-5297181A1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609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Classical search baselines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87A410-B97D-4078-88C1-9287EE836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83820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4748B"/>
                </a:solidFill>
                <a:latin typeface="Arial"/>
                <a:ea typeface="Arial"/>
                <a:cs typeface="Arial"/>
              </a:rPr>
              <a:t>Weighted terrain separates step-optimal behavior from cost-aware behavior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053ED6-6BA5-454D-B0B2-5EA55D787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9E1EC"/>
            </a:solidFill>
          </a:ln>
        </p:spPr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666750" y="1676400"/>
          <a:ext xmlns:a="http://schemas.openxmlformats.org/drawingml/2006/main" cx="7239000" cy="3619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0c3e8e21b6e4223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D825DD-5869-4141-BC9C-4C7756DC0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619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535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4748B"/>
                </a:solidFill>
                <a:latin typeface="Arial"/>
                <a:ea typeface="Arial"/>
                <a:cs typeface="Arial"/>
              </a:rPr>
              <a:t>Mean path cost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D60A98-89C3-4814-ABCB-F1E849786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828800"/>
            <a:ext cx="2990850" cy="3429000"/>
          </a:xfrm>
          <a:prstGeom xmlns:a="http://schemas.openxmlformats.org/drawingml/2006/main" prst="roundRect">
            <a:avLst>
              <a:gd name="adj" fmla="val 2548"/>
            </a:avLst>
          </a:prstGeom>
          <a:solidFill xmlns:a="http://schemas.openxmlformats.org/drawingml/2006/main">
            <a:srgbClr val="F5F7FB"/>
          </a:solidFill>
          <a:ln xmlns:a="http://schemas.openxmlformats.org/drawingml/2006/main" w="11430">
            <a:solidFill>
              <a:srgbClr val="D9E1EC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477786-E721-4D8C-89A0-2F3068C8C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1336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558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Measured pattern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F84056-74FB-4D43-AD0F-7D59C6680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762250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18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UCS and A* share the lowest weighted mean cost: 122.00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350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Greedy expands fewer nodes but pays more path cost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350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IDS matches unit-cost route length while repeating work</a:t>
            </a:r>
          </a:p>
        </p:txBody>
      </p:sp>
    </p:spTree>
    <p:extLst>
      <p:ext uri="{BB962C8B-B14F-4D97-AF65-F5344CB8AC3E}">
        <p14:creationId xmlns:p14="http://schemas.microsoft.com/office/powerpoint/2010/main" val="175324613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DA35EC-B3ED-428E-A42A-E3AF6DB84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88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F97316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84E925-755F-45A9-AA16-11767EF4E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609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Evolutionary path representation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0550FD-3E59-4C2B-A488-9E5249A7F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83820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4748B"/>
                </a:solidFill>
                <a:latin typeface="Arial"/>
                <a:ea typeface="Arial"/>
                <a:cs typeface="Arial"/>
              </a:rPr>
              <a:t>The GA optimizes action sequences with explicit feasibility penalties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A67EBA-EFE4-4126-998C-CD505EBE3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9E1EC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97FB5E-90C9-48F7-9202-61AA79DDE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81250"/>
            <a:ext cx="17526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9EEFF"/>
          </a:solidFill>
          <a:ln xmlns:a="http://schemas.openxmlformats.org/drawingml/2006/main" w="11430">
            <a:solidFill>
              <a:srgbClr val="2E5BF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79665A-09FB-4C2B-9E00-96E3BE3D6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025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Chromosome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46E432-E14D-4F38-8425-828BB9DC1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90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535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U R D R R ...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8756AA-E5DE-4047-91DB-3C499002B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9337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75569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DA7599-4DD6-4E16-93C7-E93BD75D0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381250"/>
            <a:ext cx="17526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8F0"/>
          </a:solidFill>
          <a:ln xmlns:a="http://schemas.openxmlformats.org/drawingml/2006/main" w="11430">
            <a:solidFill>
              <a:srgbClr val="10B98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DD0936-F4EE-457E-810F-48063638B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5908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025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Decoder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954072-3B5D-48CA-920B-D0471E200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990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535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Move on grid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584080-A405-4E60-8BCB-B8DA283D7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337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75569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3EA378-29DD-4CA7-8F1C-DFF3F74C1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381250"/>
            <a:ext cx="17526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9EEFF"/>
          </a:solidFill>
          <a:ln xmlns:a="http://schemas.openxmlformats.org/drawingml/2006/main" w="11430">
            <a:solidFill>
              <a:srgbClr val="2E5BF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48FE74-095A-45EE-AE6A-94EE7D214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5908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025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Fitness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9A0B2F-2E43-4AC6-9D09-63FEFA69F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990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535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Cost + penalties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0669BE-73BB-4E9A-AB74-60144A781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9337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75569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0E09B1-FD39-47BF-A192-43EB75F9F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381250"/>
            <a:ext cx="17526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8F0"/>
          </a:solidFill>
          <a:ln xmlns:a="http://schemas.openxmlformats.org/drawingml/2006/main" w="11430">
            <a:solidFill>
              <a:srgbClr val="10B981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FDA1E5-77FE-4152-929F-F96AABD58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5908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025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Selection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864C08-5F44-46F4-9BA5-13CAC0E27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990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535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Elite + tournament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5D4B26-9DAE-4F43-8F7D-4DD64E8F7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9337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75569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C27EE1-DACE-4ABC-A0D7-A73BA88FE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381250"/>
            <a:ext cx="17526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9EEFF"/>
          </a:solidFill>
          <a:ln xmlns:a="http://schemas.openxmlformats.org/drawingml/2006/main" w="11430">
            <a:solidFill>
              <a:srgbClr val="2E5BFF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16B060-352C-4C55-BF4C-9F0A2C726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5908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025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Mutation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5A4B70-5F13-4459-9E34-1AEB3E355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990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535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Action changes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76FA0FA-59AE-412C-A161-634A63C93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81500"/>
            <a:ext cx="1009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892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Fitness is lower for a completed, short, low-cost route. Invalid moves, revisits, and remaining distance receive penalties.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9BCD369-CA41-4C6F-A462-753883854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219700"/>
            <a:ext cx="81153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1EC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8A8CCBB-7292-452B-9735-DF74FCCF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41020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172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4748B"/>
                </a:solidFill>
                <a:latin typeface="Arial"/>
                <a:ea typeface="Arial"/>
                <a:cs typeface="Arial"/>
              </a:rPr>
              <a:t>Population 30  |  50 generations  |  elite 2  |  crossover 0.80  |  mutation 0.05</a:t>
            </a:r>
          </a:p>
        </p:txBody>
      </p:sp>
    </p:spTree>
    <p:extLst>
      <p:ext uri="{BB962C8B-B14F-4D97-AF65-F5344CB8AC3E}">
        <p14:creationId xmlns:p14="http://schemas.microsoft.com/office/powerpoint/2010/main" val="89287041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520660-DEB4-4284-84D2-D4A820201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88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F97316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46683F-2EF6-4802-80E9-73FA734C0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609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A*-seeded hybrid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8F7981-874D-48E6-B42A-3588D39E2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83820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4748B"/>
                </a:solidFill>
                <a:latin typeface="Arial"/>
                <a:ea typeface="Arial"/>
                <a:cs typeface="Arial"/>
              </a:rPr>
              <a:t>The ablation isolates the effect of informed initialization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81A9F3-43FF-49EA-9D01-B6C498A6A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9E1EC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E73248-F4C8-40B8-815A-347669927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44767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5F7FB"/>
          </a:solidFill>
          <a:ln xmlns:a="http://schemas.openxmlformats.org/drawingml/2006/main" w="11430">
            <a:solidFill>
              <a:srgbClr val="D9E1EC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411913-CA35-4FBA-B2F0-C754DD1C0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336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621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Random GA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E10035-66DA-47D3-91D4-CCF8F3788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00350"/>
            <a:ext cx="3524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All chromosomes start random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Feasible paths must emerge through mutation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Same population, budget, and seeds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1A353F-45EC-4CB2-BB13-D6CA96C86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809750"/>
            <a:ext cx="44767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1E8"/>
          </a:solidFill>
          <a:ln xmlns:a="http://schemas.openxmlformats.org/drawingml/2006/main" w="11430">
            <a:solidFill>
              <a:srgbClr val="F9731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A649FE-44A1-4031-BFD8-CB47085EB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1336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621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A*-seeded GA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F7656A-5550-484D-8CB8-CA463B7A1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800350"/>
            <a:ext cx="3619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67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One A* route enters the initial population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Additional variants mutate around the route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A* initialization time is recorded separately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F9D353-4E15-443A-B3FD-DD148B7CC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352800"/>
            <a:ext cx="171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9731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7FA417-34F5-4D36-A6FA-E23C539BA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62600"/>
            <a:ext cx="91440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9EEFF"/>
          </a:solidFill>
          <a:ln xmlns:a="http://schemas.openxmlformats.org/drawingml/2006/main" w="11430">
            <a:solidFill>
              <a:srgbClr val="2E5BF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408F5C-621E-498A-ABE1-792647343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724525"/>
            <a:ext cx="866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03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Fairness rule: both variants use five seeds and the same evolutionary hyperparameters.</a:t>
            </a:r>
          </a:p>
        </p:txBody>
      </p:sp>
    </p:spTree>
    <p:extLst>
      <p:ext uri="{BB962C8B-B14F-4D97-AF65-F5344CB8AC3E}">
        <p14:creationId xmlns:p14="http://schemas.microsoft.com/office/powerpoint/2010/main" val="30145679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2DF1FD-AECA-462D-A404-B4FFAE1EE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88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F97316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B47115-32DA-48D5-AEA6-522E252B5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609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Experimental protocol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DE98DD-34FE-4714-A38F-E1DF436DC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83820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4748B"/>
                </a:solidFill>
                <a:latin typeface="Arial"/>
                <a:ea typeface="Arial"/>
                <a:cs typeface="Arial"/>
              </a:rPr>
              <a:t>The result files preserve the complete audit trail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CF6F28-75FE-4645-825C-3558D7B76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9E1EC"/>
            </a:solidFill>
          </a:ln>
        </p:spPr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857250" y="1809750"/>
          <a:ext xmlns:a="http://schemas.openxmlformats.org/drawingml/2006/main" cx="59055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68500"/>
                <a:gridCol w="3937000"/>
              </a:tblGrid>
              <a:tr h="462643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Recorded field</a:t>
                      </a:r>
                    </a:p>
                  </a:txBody>
                  <a:tcPr marL="91440" marR="91440" marT="45720" marB="45720">
                    <a:solidFill>
                      <a:srgbClr val="0B13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Why it matters</a:t>
                      </a:r>
                    </a:p>
                  </a:txBody>
                  <a:tcPr marL="91440" marR="91440" marT="45720" marB="45720">
                    <a:solidFill>
                      <a:srgbClr val="0B132B"/>
                    </a:solidFill>
                  </a:tcPr>
                </a:tc>
              </a:tr>
              <a:tr h="462643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graph_id and seed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Reproduce the scenario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62643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success and path cost</a:t>
                      </a:r>
                    </a:p>
                  </a:txBody>
                  <a:tcPr marL="91440" marR="91440" marT="45720" marB="45720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Compare solution quality</a:t>
                      </a:r>
                    </a:p>
                  </a:txBody>
                  <a:tcPr marL="91440" marR="91440" marT="45720" marB="45720">
                    <a:solidFill>
                      <a:srgbClr val="EEF4FA"/>
                    </a:solidFill>
                  </a:tcPr>
                </a:tc>
              </a:tr>
              <a:tr h="462643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nodes expanded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Measure search effort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62643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runtime_ms</a:t>
                      </a:r>
                    </a:p>
                  </a:txBody>
                  <a:tcPr marL="91440" marR="91440" marT="45720" marB="45720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Compare execution cost</a:t>
                      </a:r>
                    </a:p>
                  </a:txBody>
                  <a:tcPr marL="91440" marR="91440" marT="45720" marB="45720">
                    <a:solidFill>
                      <a:srgbClr val="EEF4FA"/>
                    </a:solidFill>
                  </a:tcPr>
                </a:tc>
              </a:tr>
              <a:tr h="462643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final_fitness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Compare evolutionary objective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62643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generation history</a:t>
                      </a:r>
                    </a:p>
                  </a:txBody>
                  <a:tcPr marL="91440" marR="91440" marT="45720" marB="45720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Inspect convergence</a:t>
                      </a:r>
                    </a:p>
                  </a:txBody>
                  <a:tcPr marL="91440" marR="91440" marT="45720" marB="45720">
                    <a:solidFill>
                      <a:srgbClr val="EEF4FA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D3400F-2CDA-4030-BE50-6C47DA0A0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885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2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Execution outputs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26F8DB-D0D7-471F-8234-3643F94A3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514600"/>
            <a:ext cx="3333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algorithm_comparison.csv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stochastic_trials.csv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convergence.csv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experiment_manifest.json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three SVG evidence figures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352E78-6283-4A50-A714-72ADECEB0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57750"/>
            <a:ext cx="323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311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350" b="0" i="1">
                <a:solidFill>
                  <a:srgbClr val="64748B"/>
                </a:solidFill>
                <a:latin typeface="Arial"/>
                <a:ea typeface="Arial"/>
                <a:cs typeface="Arial"/>
              </a:rPr>
              <a:t>The notebook writes these artifacts directly. No result table is manually composed.</a:t>
            </a:r>
          </a:p>
        </p:txBody>
      </p:sp>
    </p:spTree>
    <p:extLst>
      <p:ext uri="{BB962C8B-B14F-4D97-AF65-F5344CB8AC3E}">
        <p14:creationId xmlns:p14="http://schemas.microsoft.com/office/powerpoint/2010/main" val="50518283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47730B-5EBB-415A-A0CD-FEA55B717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88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F97316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8B0F2E-7788-4A32-890C-5570DA6F3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609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Search effort and route quality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B125AB-60E2-4DDC-B851-F500C89C7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83820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4748B"/>
                </a:solidFill>
                <a:latin typeface="Arial"/>
                <a:ea typeface="Arial"/>
                <a:cs typeface="Arial"/>
              </a:rPr>
              <a:t>All classical methods reached every generated goal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9371D9-AAE0-4988-A433-520F38783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9E1EC"/>
            </a:solidFill>
          </a:ln>
        </p:spPr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666750" y="1714500"/>
          <a:ext xmlns:a="http://schemas.openxmlformats.org/drawingml/2006/main" cx="7239000" cy="3619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8eaf89489204860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1EAFCD-9EB0-429F-87B1-6C8B93672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866900"/>
            <a:ext cx="2990850" cy="3276600"/>
          </a:xfrm>
          <a:prstGeom xmlns:a="http://schemas.openxmlformats.org/drawingml/2006/main" prst="roundRect">
            <a:avLst>
              <a:gd name="adj" fmla="val 2548"/>
            </a:avLst>
          </a:prstGeom>
          <a:solidFill xmlns:a="http://schemas.openxmlformats.org/drawingml/2006/main">
            <a:srgbClr val="E9EEFF"/>
          </a:solidFill>
          <a:ln xmlns:a="http://schemas.openxmlformats.org/drawingml/2006/main" w="11430">
            <a:solidFill>
              <a:srgbClr val="2E5BFF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8829D0-2742-4A56-A5D3-844B8734D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1907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29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What changed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3E0CA0-73BD-4F47-A568-8EC82EA92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00350"/>
            <a:ext cx="2381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91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Unit maps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42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BFS, IDS, UCS, and A* mean cost 48.33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42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Weighted maps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42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UCS and A* mean cost 122.00</a:t>
            </a:r>
          </a:p>
        </p:txBody>
      </p:sp>
    </p:spTree>
    <p:extLst>
      <p:ext uri="{BB962C8B-B14F-4D97-AF65-F5344CB8AC3E}">
        <p14:creationId xmlns:p14="http://schemas.microsoft.com/office/powerpoint/2010/main" val="191532441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294410-3D14-4298-9279-61988E5C9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88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F97316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5C8F6C-E5F7-45E0-9926-F7D9BA671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609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Hybrid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1F8210-B204-44C1-96CF-D9C3A256B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83820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4748B"/>
                </a:solidFill>
                <a:latin typeface="Arial"/>
                <a:ea typeface="Arial"/>
                <a:cs typeface="Arial"/>
              </a:rPr>
              <a:t>A*-seeded initialization improved reliability in the executed trials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B50781-B1B6-45F9-9EEE-14A73CD65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9E1EC"/>
            </a:solidFill>
          </a:ln>
        </p:spPr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666750" y="1714500"/>
          <a:ext xmlns:a="http://schemas.openxmlformats.org/drawingml/2006/main" cx="6191250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57ca79ec5e84664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78F333-F9AA-46F7-800D-39DC29796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14500"/>
            <a:ext cx="394335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1EC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D41590-09F4-4B90-9F23-831DC6A8B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5740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172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Measured across 120 trials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1E9918-63BC-41A2-A237-69069CFC0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724150"/>
            <a:ext cx="2857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18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75" b="1" i="0">
                <a:solidFill>
                  <a:srgbClr val="F97316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Random GA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875" b="1" i="0">
                <a:solidFill>
                  <a:srgbClr val="F97316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73.3% success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875" b="1" i="0">
                <a:solidFill>
                  <a:srgbClr val="F97316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A*-seeded GA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875" b="1" i="0">
                <a:solidFill>
                  <a:srgbClr val="F97316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100.0% success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B568A0-E9A8-4380-BA8E-6AFF356D7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52950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64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4748B"/>
                </a:solidFill>
                <a:latin typeface="Arial"/>
                <a:ea typeface="Arial"/>
                <a:cs typeface="Arial"/>
              </a:rPr>
              <a:t>Mean final fitness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4748B"/>
                </a:solidFill>
                <a:latin typeface="Arial"/>
                <a:ea typeface="Arial"/>
                <a:cs typeface="Arial"/>
              </a:rPr>
              <a:t>565.746  →  87.658</a:t>
            </a:r>
          </a:p>
        </p:txBody>
      </p:sp>
    </p:spTree>
    <p:extLst>
      <p:ext uri="{BB962C8B-B14F-4D97-AF65-F5344CB8AC3E}">
        <p14:creationId xmlns:p14="http://schemas.microsoft.com/office/powerpoint/2010/main" val="167232822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021C35-3CC1-471C-9777-0F716F04B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88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F97316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5C8979-34C9-45A9-A415-AEBF62A53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609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Interpretation and limitations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630F71-629C-4D42-89CE-72413B94D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83820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4748B"/>
                </a:solidFill>
                <a:latin typeface="Arial"/>
                <a:ea typeface="Arial"/>
                <a:cs typeface="Arial"/>
              </a:rPr>
              <a:t>The hybrid result is useful, but the claim stays bounded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F01D74-5B41-4C56-B2B3-CA7AAEB2E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9E1EC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9D9DAC-D31B-4FDC-BAC1-1B81242E4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526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621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042327-D4DD-4A85-80A5-DC04374C9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62200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Classical methods provide dependable reference routes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UCS and A* account for weighted traversal cost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A* seeding gives the GA a feasible low-cost prior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The benefit is specific to this benchmark and encoding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DFB390-B527-463B-AB9D-B3B627310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7526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621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Limitations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DE1167-ADA3-4A82-952E-6CAEC7E91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381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Synthetic grids do not cover all graph topologies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Runtime depends on the host environment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The action chromosome and penalties are simple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The hybrid receives information from A*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1DB15B-BB95-4D6F-948F-8C880BF4F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05400"/>
            <a:ext cx="10287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1E8"/>
          </a:solidFill>
          <a:ln xmlns:a="http://schemas.openxmlformats.org/drawingml/2006/main" w="11430">
            <a:solidFill>
              <a:srgbClr val="F97316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C9C975-91A8-478C-B124-79F70B8CA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305425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47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Conclusion: informed initialization improved evolutionary reliability without replacing the classical optimality reference.</a:t>
            </a:r>
          </a:p>
        </p:txBody>
      </p:sp>
    </p:spTree>
    <p:extLst>
      <p:ext uri="{BB962C8B-B14F-4D97-AF65-F5344CB8AC3E}">
        <p14:creationId xmlns:p14="http://schemas.microsoft.com/office/powerpoint/2010/main" val="105421065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3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CBCEB7-E706-4B44-8649-16A587F12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66750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1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Thank you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DB0153-0DEE-43CB-9B4B-DDB7ED247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09700"/>
            <a:ext cx="990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487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D5DDF0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D5DDF0"/>
                </a:solidFill>
                <a:latin typeface="Arial"/>
                <a:ea typeface="Arial"/>
                <a:cs typeface="Arial"/>
              </a:rPr>
              <a:t>Search-Guided Evolutionary Optimization for Graph Pathfinding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E5C57B-4AED-45FF-B3E9-A5866EBEA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47900"/>
            <a:ext cx="10591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31466E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D73419-D79D-44C1-A742-A8930C2E5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051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49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F97316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References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138810-D759-413B-94F1-BA4185EFD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38500"/>
            <a:ext cx="6858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0" i="0">
                <a:solidFill>
                  <a:srgbClr val="D5DDF0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D5DDF0"/>
                </a:solidFill>
                <a:latin typeface="Arial"/>
                <a:ea typeface="Arial"/>
                <a:cs typeface="Arial"/>
              </a:rPr>
              <a:t>[1] Dijkstra, A note on two problems in connexion with graphs, 1959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350" b="0" i="0">
                <a:solidFill>
                  <a:srgbClr val="D5DDF0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D5DDF0"/>
                </a:solidFill>
                <a:latin typeface="Arial"/>
                <a:ea typeface="Arial"/>
                <a:cs typeface="Arial"/>
              </a:rPr>
              <a:t>[2] Hart, Nilsson, and Raphael, A formal basis for heuristic paths, 1968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350" b="0" i="0">
                <a:solidFill>
                  <a:srgbClr val="D5DDF0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D5DDF0"/>
                </a:solidFill>
                <a:latin typeface="Arial"/>
                <a:ea typeface="Arial"/>
                <a:cs typeface="Arial"/>
              </a:rPr>
              <a:t>[3] Holland, Adaptation in Natural and Artificial Systems, 1975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20EF84-46B9-45ED-BC7C-8695871F3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9125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08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7F94BD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7F94BD"/>
                </a:solidFill>
                <a:latin typeface="Arial"/>
                <a:ea typeface="Arial"/>
                <a:cs typeface="Arial"/>
              </a:rPr>
              <a:t>Naga Sampath Maddineni  |  University of North Texas</a:t>
            </a:r>
          </a:p>
        </p:txBody>
      </p:sp>
    </p:spTree>
    <p:extLst>
      <p:ext uri="{BB962C8B-B14F-4D97-AF65-F5344CB8AC3E}">
        <p14:creationId xmlns:p14="http://schemas.microsoft.com/office/powerpoint/2010/main" val="94955053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2026-10-09T18:04:26.0400000Z</dcterms:created>
  <dcterms:modified xsi:type="dcterms:W3CDTF">2026-10-09T18:04:26.0400000Z</dcterms:modified>
</coreProperties>
</file>